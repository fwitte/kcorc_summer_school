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handoutMasterIdLst>
    <p:handoutMasterId r:id="rId60"/>
  </p:handoutMasterIdLst>
  <p:sldIdLst>
    <p:sldId id="256" r:id="rId2"/>
    <p:sldId id="298" r:id="rId3"/>
    <p:sldId id="299" r:id="rId4"/>
    <p:sldId id="300" r:id="rId5"/>
    <p:sldId id="301" r:id="rId6"/>
    <p:sldId id="302" r:id="rId7"/>
    <p:sldId id="303" r:id="rId8"/>
    <p:sldId id="304" r:id="rId9"/>
    <p:sldId id="305" r:id="rId10"/>
    <p:sldId id="306" r:id="rId11"/>
    <p:sldId id="308" r:id="rId12"/>
    <p:sldId id="334" r:id="rId13"/>
    <p:sldId id="370" r:id="rId14"/>
    <p:sldId id="311" r:id="rId15"/>
    <p:sldId id="312" r:id="rId16"/>
    <p:sldId id="313" r:id="rId17"/>
    <p:sldId id="314" r:id="rId18"/>
    <p:sldId id="315" r:id="rId19"/>
    <p:sldId id="316" r:id="rId20"/>
    <p:sldId id="317" r:id="rId21"/>
    <p:sldId id="319" r:id="rId22"/>
    <p:sldId id="320" r:id="rId23"/>
    <p:sldId id="322" r:id="rId24"/>
    <p:sldId id="323" r:id="rId25"/>
    <p:sldId id="324" r:id="rId26"/>
    <p:sldId id="326" r:id="rId27"/>
    <p:sldId id="327" r:id="rId28"/>
    <p:sldId id="328" r:id="rId29"/>
    <p:sldId id="330" r:id="rId30"/>
    <p:sldId id="521" r:id="rId31"/>
    <p:sldId id="527" r:id="rId32"/>
    <p:sldId id="295" r:id="rId33"/>
    <p:sldId id="296" r:id="rId34"/>
    <p:sldId id="333" r:id="rId35"/>
    <p:sldId id="529" r:id="rId36"/>
    <p:sldId id="530" r:id="rId37"/>
    <p:sldId id="531" r:id="rId38"/>
    <p:sldId id="261" r:id="rId39"/>
    <p:sldId id="262" r:id="rId40"/>
    <p:sldId id="263" r:id="rId41"/>
    <p:sldId id="264" r:id="rId42"/>
    <p:sldId id="267" r:id="rId43"/>
    <p:sldId id="266" r:id="rId44"/>
    <p:sldId id="537" r:id="rId45"/>
    <p:sldId id="532" r:id="rId46"/>
    <p:sldId id="533" r:id="rId47"/>
    <p:sldId id="534" r:id="rId48"/>
    <p:sldId id="272" r:id="rId49"/>
    <p:sldId id="273" r:id="rId50"/>
    <p:sldId id="274" r:id="rId51"/>
    <p:sldId id="275" r:id="rId52"/>
    <p:sldId id="535" r:id="rId53"/>
    <p:sldId id="278" r:id="rId54"/>
    <p:sldId id="536" r:id="rId55"/>
    <p:sldId id="280" r:id="rId56"/>
    <p:sldId id="281" r:id="rId57"/>
    <p:sldId id="293"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DC3EDB-D834-47F6-BD21-3A637D4EABCD}" v="24" dt="2026-09-07T12:02:08.6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14" autoAdjust="0"/>
    <p:restoredTop sz="94379" autoAdjust="0"/>
  </p:normalViewPr>
  <p:slideViewPr>
    <p:cSldViewPr snapToGrid="0" snapToObjects="1">
      <p:cViewPr varScale="1">
        <p:scale>
          <a:sx n="104" d="100"/>
          <a:sy n="104" d="100"/>
        </p:scale>
        <p:origin x="588" y="114"/>
      </p:cViewPr>
      <p:guideLst/>
    </p:cSldViewPr>
  </p:slideViewPr>
  <p:notesTextViewPr>
    <p:cViewPr>
      <p:scale>
        <a:sx n="1" d="1"/>
        <a:sy n="1" d="1"/>
      </p:scale>
      <p:origin x="0" y="0"/>
    </p:cViewPr>
  </p:notesTextViewPr>
  <p:notesViewPr>
    <p:cSldViewPr snapToGrid="0" snapToObjects="1">
      <p:cViewPr varScale="1">
        <p:scale>
          <a:sx n="63" d="100"/>
          <a:sy n="63" d="100"/>
        </p:scale>
        <p:origin x="436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ale, Jan" userId="6dc488dd-d6ab-43ea-8d46-afaf0bca8de6" providerId="ADAL" clId="{704A3473-8BE1-41F9-BD66-807219D98522}"/>
    <pc:docChg chg="undo custSel delSld modSld">
      <pc:chgData name="Spale, Jan" userId="6dc488dd-d6ab-43ea-8d46-afaf0bca8de6" providerId="ADAL" clId="{704A3473-8BE1-41F9-BD66-807219D98522}" dt="2026-09-05T20:09:07.322" v="1672" actId="13926"/>
      <pc:docMkLst>
        <pc:docMk/>
      </pc:docMkLst>
      <pc:sldChg chg="addSp delSp modSp">
        <pc:chgData name="Spale, Jan" userId="6dc488dd-d6ab-43ea-8d46-afaf0bca8de6" providerId="ADAL" clId="{704A3473-8BE1-41F9-BD66-807219D98522}" dt="2026-09-05T18:55:15.343" v="144" actId="20577"/>
        <pc:sldMkLst>
          <pc:docMk/>
          <pc:sldMk cId="0" sldId="256"/>
        </pc:sldMkLst>
        <pc:spChg chg="mod">
          <ac:chgData name="Spale, Jan" userId="6dc488dd-d6ab-43ea-8d46-afaf0bca8de6" providerId="ADAL" clId="{704A3473-8BE1-41F9-BD66-807219D98522}" dt="2026-09-05T18:55:15.343" v="144" actId="20577"/>
          <ac:spMkLst>
            <pc:docMk/>
            <pc:sldMk cId="0" sldId="256"/>
            <ac:spMk id="4" creationId="{00000000-0000-0000-0000-000000000000}"/>
          </ac:spMkLst>
        </pc:spChg>
        <pc:spChg chg="mod">
          <ac:chgData name="Spale, Jan" userId="6dc488dd-d6ab-43ea-8d46-afaf0bca8de6" providerId="ADAL" clId="{704A3473-8BE1-41F9-BD66-807219D98522}" dt="2026-09-05T18:54:57.554" v="140" actId="14100"/>
          <ac:spMkLst>
            <pc:docMk/>
            <pc:sldMk cId="0" sldId="256"/>
            <ac:spMk id="6" creationId="{00000000-0000-0000-0000-000000000000}"/>
          </ac:spMkLst>
        </pc:spChg>
        <pc:spChg chg="mod">
          <ac:chgData name="Spale, Jan" userId="6dc488dd-d6ab-43ea-8d46-afaf0bca8de6" providerId="ADAL" clId="{704A3473-8BE1-41F9-BD66-807219D98522}" dt="2026-09-05T17:16:37.985" v="50" actId="14100"/>
          <ac:spMkLst>
            <pc:docMk/>
            <pc:sldMk cId="0" sldId="256"/>
            <ac:spMk id="7" creationId="{00000000-0000-0000-0000-000000000000}"/>
          </ac:spMkLst>
        </pc:spChg>
        <pc:spChg chg="mod">
          <ac:chgData name="Spale, Jan" userId="6dc488dd-d6ab-43ea-8d46-afaf0bca8de6" providerId="ADAL" clId="{704A3473-8BE1-41F9-BD66-807219D98522}" dt="2026-09-05T18:55:09.468" v="143" actId="113"/>
          <ac:spMkLst>
            <pc:docMk/>
            <pc:sldMk cId="0" sldId="256"/>
            <ac:spMk id="8" creationId="{00000000-0000-0000-0000-000000000000}"/>
          </ac:spMkLst>
        </pc:spChg>
      </pc:sldChg>
      <pc:sldChg chg="delSp modSp modNotesTx">
        <pc:chgData name="Spale, Jan" userId="6dc488dd-d6ab-43ea-8d46-afaf0bca8de6" providerId="ADAL" clId="{704A3473-8BE1-41F9-BD66-807219D98522}" dt="2026-09-05T18:56:49.841" v="193" actId="478"/>
        <pc:sldMkLst>
          <pc:docMk/>
          <pc:sldMk cId="0" sldId="298"/>
        </pc:sldMkLst>
        <pc:spChg chg="mod">
          <ac:chgData name="Spale, Jan" userId="6dc488dd-d6ab-43ea-8d46-afaf0bca8de6" providerId="ADAL" clId="{704A3473-8BE1-41F9-BD66-807219D98522}" dt="2026-09-05T18:56:45.361" v="191" actId="5793"/>
          <ac:spMkLst>
            <pc:docMk/>
            <pc:sldMk cId="0" sldId="298"/>
            <ac:spMk id="4" creationId="{00000000-0000-0000-0000-000000000000}"/>
          </ac:spMkLst>
        </pc:spChg>
        <pc:spChg chg="mod">
          <ac:chgData name="Spale, Jan" userId="6dc488dd-d6ab-43ea-8d46-afaf0bca8de6" providerId="ADAL" clId="{704A3473-8BE1-41F9-BD66-807219D98522}" dt="2026-09-05T18:56:39.525" v="186" actId="1076"/>
          <ac:spMkLst>
            <pc:docMk/>
            <pc:sldMk cId="0" sldId="298"/>
            <ac:spMk id="9" creationId="{00000000-0000-0000-0000-000000000000}"/>
          </ac:spMkLst>
        </pc:spChg>
        <pc:spChg chg="mod">
          <ac:chgData name="Spale, Jan" userId="6dc488dd-d6ab-43ea-8d46-afaf0bca8de6" providerId="ADAL" clId="{704A3473-8BE1-41F9-BD66-807219D98522}" dt="2026-09-05T18:56:39.525" v="186" actId="1076"/>
          <ac:spMkLst>
            <pc:docMk/>
            <pc:sldMk cId="0" sldId="298"/>
            <ac:spMk id="10" creationId="{00000000-0000-0000-0000-000000000000}"/>
          </ac:spMkLst>
        </pc:spChg>
        <pc:spChg chg="mod">
          <ac:chgData name="Spale, Jan" userId="6dc488dd-d6ab-43ea-8d46-afaf0bca8de6" providerId="ADAL" clId="{704A3473-8BE1-41F9-BD66-807219D98522}" dt="2026-09-05T18:56:39.525" v="186" actId="1076"/>
          <ac:spMkLst>
            <pc:docMk/>
            <pc:sldMk cId="0" sldId="298"/>
            <ac:spMk id="11" creationId="{00000000-0000-0000-0000-000000000000}"/>
          </ac:spMkLst>
        </pc:spChg>
        <pc:spChg chg="mod">
          <ac:chgData name="Spale, Jan" userId="6dc488dd-d6ab-43ea-8d46-afaf0bca8de6" providerId="ADAL" clId="{704A3473-8BE1-41F9-BD66-807219D98522}" dt="2026-09-05T18:56:39.525" v="186" actId="1076"/>
          <ac:spMkLst>
            <pc:docMk/>
            <pc:sldMk cId="0" sldId="298"/>
            <ac:spMk id="12" creationId="{00000000-0000-0000-0000-000000000000}"/>
          </ac:spMkLst>
        </pc:spChg>
        <pc:spChg chg="mod">
          <ac:chgData name="Spale, Jan" userId="6dc488dd-d6ab-43ea-8d46-afaf0bca8de6" providerId="ADAL" clId="{704A3473-8BE1-41F9-BD66-807219D98522}" dt="2026-09-05T18:56:39.525" v="186" actId="1076"/>
          <ac:spMkLst>
            <pc:docMk/>
            <pc:sldMk cId="0" sldId="298"/>
            <ac:spMk id="13" creationId="{00000000-0000-0000-0000-000000000000}"/>
          </ac:spMkLst>
        </pc:spChg>
        <pc:spChg chg="mod">
          <ac:chgData name="Spale, Jan" userId="6dc488dd-d6ab-43ea-8d46-afaf0bca8de6" providerId="ADAL" clId="{704A3473-8BE1-41F9-BD66-807219D98522}" dt="2026-09-05T18:56:39.525" v="186" actId="1076"/>
          <ac:spMkLst>
            <pc:docMk/>
            <pc:sldMk cId="0" sldId="298"/>
            <ac:spMk id="14" creationId="{00000000-0000-0000-0000-000000000000}"/>
          </ac:spMkLst>
        </pc:spChg>
        <pc:spChg chg="mod">
          <ac:chgData name="Spale, Jan" userId="6dc488dd-d6ab-43ea-8d46-afaf0bca8de6" providerId="ADAL" clId="{704A3473-8BE1-41F9-BD66-807219D98522}" dt="2026-09-05T18:56:39.525" v="186" actId="1076"/>
          <ac:spMkLst>
            <pc:docMk/>
            <pc:sldMk cId="0" sldId="298"/>
            <ac:spMk id="15" creationId="{00000000-0000-0000-0000-000000000000}"/>
          </ac:spMkLst>
        </pc:spChg>
        <pc:spChg chg="mod">
          <ac:chgData name="Spale, Jan" userId="6dc488dd-d6ab-43ea-8d46-afaf0bca8de6" providerId="ADAL" clId="{704A3473-8BE1-41F9-BD66-807219D98522}" dt="2026-09-05T18:56:39.525" v="186" actId="1076"/>
          <ac:spMkLst>
            <pc:docMk/>
            <pc:sldMk cId="0" sldId="298"/>
            <ac:spMk id="16" creationId="{00000000-0000-0000-0000-000000000000}"/>
          </ac:spMkLst>
        </pc:spChg>
        <pc:spChg chg="mod">
          <ac:chgData name="Spale, Jan" userId="6dc488dd-d6ab-43ea-8d46-afaf0bca8de6" providerId="ADAL" clId="{704A3473-8BE1-41F9-BD66-807219D98522}" dt="2026-09-05T18:56:39.525" v="186" actId="1076"/>
          <ac:spMkLst>
            <pc:docMk/>
            <pc:sldMk cId="0" sldId="298"/>
            <ac:spMk id="17" creationId="{00000000-0000-0000-0000-000000000000}"/>
          </ac:spMkLst>
        </pc:spChg>
        <pc:spChg chg="mod">
          <ac:chgData name="Spale, Jan" userId="6dc488dd-d6ab-43ea-8d46-afaf0bca8de6" providerId="ADAL" clId="{704A3473-8BE1-41F9-BD66-807219D98522}" dt="2026-09-05T18:56:39.525" v="186" actId="1076"/>
          <ac:spMkLst>
            <pc:docMk/>
            <pc:sldMk cId="0" sldId="298"/>
            <ac:spMk id="18" creationId="{00000000-0000-0000-0000-000000000000}"/>
          </ac:spMkLst>
        </pc:spChg>
        <pc:spChg chg="mod">
          <ac:chgData name="Spale, Jan" userId="6dc488dd-d6ab-43ea-8d46-afaf0bca8de6" providerId="ADAL" clId="{704A3473-8BE1-41F9-BD66-807219D98522}" dt="2026-09-05T18:56:39.525" v="186" actId="1076"/>
          <ac:spMkLst>
            <pc:docMk/>
            <pc:sldMk cId="0" sldId="298"/>
            <ac:spMk id="19" creationId="{00000000-0000-0000-0000-000000000000}"/>
          </ac:spMkLst>
        </pc:spChg>
        <pc:spChg chg="mod">
          <ac:chgData name="Spale, Jan" userId="6dc488dd-d6ab-43ea-8d46-afaf0bca8de6" providerId="ADAL" clId="{704A3473-8BE1-41F9-BD66-807219D98522}" dt="2026-09-05T18:56:39.525" v="186" actId="1076"/>
          <ac:spMkLst>
            <pc:docMk/>
            <pc:sldMk cId="0" sldId="298"/>
            <ac:spMk id="20" creationId="{00000000-0000-0000-0000-000000000000}"/>
          </ac:spMkLst>
        </pc:spChg>
      </pc:sldChg>
      <pc:sldChg chg="modSp">
        <pc:chgData name="Spale, Jan" userId="6dc488dd-d6ab-43ea-8d46-afaf0bca8de6" providerId="ADAL" clId="{704A3473-8BE1-41F9-BD66-807219D98522}" dt="2026-09-05T19:11:58.723" v="211" actId="13926"/>
        <pc:sldMkLst>
          <pc:docMk/>
          <pc:sldMk cId="0" sldId="299"/>
        </pc:sldMkLst>
        <pc:spChg chg="mod">
          <ac:chgData name="Spale, Jan" userId="6dc488dd-d6ab-43ea-8d46-afaf0bca8de6" providerId="ADAL" clId="{704A3473-8BE1-41F9-BD66-807219D98522}" dt="2026-09-05T19:11:58.723" v="211" actId="13926"/>
          <ac:spMkLst>
            <pc:docMk/>
            <pc:sldMk cId="0" sldId="299"/>
            <ac:spMk id="4" creationId="{00000000-0000-0000-0000-000000000000}"/>
          </ac:spMkLst>
        </pc:spChg>
      </pc:sldChg>
      <pc:sldChg chg="delSp modSp modNotesTx">
        <pc:chgData name="Spale, Jan" userId="6dc488dd-d6ab-43ea-8d46-afaf0bca8de6" providerId="ADAL" clId="{704A3473-8BE1-41F9-BD66-807219D98522}" dt="2026-09-05T19:14:25.234" v="372" actId="6549"/>
        <pc:sldMkLst>
          <pc:docMk/>
          <pc:sldMk cId="0" sldId="300"/>
        </pc:sldMkLst>
        <pc:spChg chg="mod">
          <ac:chgData name="Spale, Jan" userId="6dc488dd-d6ab-43ea-8d46-afaf0bca8de6" providerId="ADAL" clId="{704A3473-8BE1-41F9-BD66-807219D98522}" dt="2026-09-05T19:11:00.235" v="197" actId="1076"/>
          <ac:spMkLst>
            <pc:docMk/>
            <pc:sldMk cId="0" sldId="300"/>
            <ac:spMk id="4" creationId="{00000000-0000-0000-0000-000000000000}"/>
          </ac:spMkLst>
        </pc:spChg>
        <pc:spChg chg="mod">
          <ac:chgData name="Spale, Jan" userId="6dc488dd-d6ab-43ea-8d46-afaf0bca8de6" providerId="ADAL" clId="{704A3473-8BE1-41F9-BD66-807219D98522}" dt="2026-09-05T19:11:04.118" v="200" actId="20577"/>
          <ac:spMkLst>
            <pc:docMk/>
            <pc:sldMk cId="0" sldId="300"/>
            <ac:spMk id="12" creationId="{00000000-0000-0000-0000-000000000000}"/>
          </ac:spMkLst>
        </pc:spChg>
        <pc:spChg chg="mod">
          <ac:chgData name="Spale, Jan" userId="6dc488dd-d6ab-43ea-8d46-afaf0bca8de6" providerId="ADAL" clId="{704A3473-8BE1-41F9-BD66-807219D98522}" dt="2026-09-05T19:11:28.866" v="206" actId="20577"/>
          <ac:spMkLst>
            <pc:docMk/>
            <pc:sldMk cId="0" sldId="300"/>
            <ac:spMk id="16" creationId="{00000000-0000-0000-0000-000000000000}"/>
          </ac:spMkLst>
        </pc:spChg>
        <pc:spChg chg="mod">
          <ac:chgData name="Spale, Jan" userId="6dc488dd-d6ab-43ea-8d46-afaf0bca8de6" providerId="ADAL" clId="{704A3473-8BE1-41F9-BD66-807219D98522}" dt="2026-09-05T19:11:17.910" v="205" actId="14100"/>
          <ac:spMkLst>
            <pc:docMk/>
            <pc:sldMk cId="0" sldId="300"/>
            <ac:spMk id="17" creationId="{00000000-0000-0000-0000-000000000000}"/>
          </ac:spMkLst>
        </pc:spChg>
        <pc:spChg chg="mod">
          <ac:chgData name="Spale, Jan" userId="6dc488dd-d6ab-43ea-8d46-afaf0bca8de6" providerId="ADAL" clId="{704A3473-8BE1-41F9-BD66-807219D98522}" dt="2026-09-05T19:11:16.089" v="204" actId="14100"/>
          <ac:spMkLst>
            <pc:docMk/>
            <pc:sldMk cId="0" sldId="300"/>
            <ac:spMk id="18" creationId="{00000000-0000-0000-0000-000000000000}"/>
          </ac:spMkLst>
        </pc:spChg>
        <pc:picChg chg="mod">
          <ac:chgData name="Spale, Jan" userId="6dc488dd-d6ab-43ea-8d46-afaf0bca8de6" providerId="ADAL" clId="{704A3473-8BE1-41F9-BD66-807219D98522}" dt="2026-09-05T19:11:52.750" v="210" actId="1076"/>
          <ac:picMkLst>
            <pc:docMk/>
            <pc:sldMk cId="0" sldId="300"/>
            <ac:picMk id="19" creationId="{00000000-0000-0000-0000-000000000000}"/>
          </ac:picMkLst>
        </pc:picChg>
      </pc:sldChg>
      <pc:sldChg chg="delSp modSp modNotesTx">
        <pc:chgData name="Spale, Jan" userId="6dc488dd-d6ab-43ea-8d46-afaf0bca8de6" providerId="ADAL" clId="{704A3473-8BE1-41F9-BD66-807219D98522}" dt="2026-09-05T19:16:57.810" v="524" actId="1076"/>
        <pc:sldMkLst>
          <pc:docMk/>
          <pc:sldMk cId="0" sldId="301"/>
        </pc:sldMkLst>
        <pc:spChg chg="mod">
          <ac:chgData name="Spale, Jan" userId="6dc488dd-d6ab-43ea-8d46-afaf0bca8de6" providerId="ADAL" clId="{704A3473-8BE1-41F9-BD66-807219D98522}" dt="2026-09-05T19:12:31.566" v="260" actId="20577"/>
          <ac:spMkLst>
            <pc:docMk/>
            <pc:sldMk cId="0" sldId="301"/>
            <ac:spMk id="4" creationId="{00000000-0000-0000-0000-000000000000}"/>
          </ac:spMkLst>
        </pc:spChg>
        <pc:spChg chg="mod">
          <ac:chgData name="Spale, Jan" userId="6dc488dd-d6ab-43ea-8d46-afaf0bca8de6" providerId="ADAL" clId="{704A3473-8BE1-41F9-BD66-807219D98522}" dt="2026-09-05T19:12:39.558" v="266" actId="20577"/>
          <ac:spMkLst>
            <pc:docMk/>
            <pc:sldMk cId="0" sldId="301"/>
            <ac:spMk id="16" creationId="{00000000-0000-0000-0000-000000000000}"/>
          </ac:spMkLst>
        </pc:spChg>
        <pc:spChg chg="mod">
          <ac:chgData name="Spale, Jan" userId="6dc488dd-d6ab-43ea-8d46-afaf0bca8de6" providerId="ADAL" clId="{704A3473-8BE1-41F9-BD66-807219D98522}" dt="2026-09-05T19:14:03.779" v="366" actId="20577"/>
          <ac:spMkLst>
            <pc:docMk/>
            <pc:sldMk cId="0" sldId="301"/>
            <ac:spMk id="20" creationId="{00000000-0000-0000-0000-000000000000}"/>
          </ac:spMkLst>
        </pc:spChg>
        <pc:picChg chg="mod">
          <ac:chgData name="Spale, Jan" userId="6dc488dd-d6ab-43ea-8d46-afaf0bca8de6" providerId="ADAL" clId="{704A3473-8BE1-41F9-BD66-807219D98522}" dt="2026-09-05T19:16:57.810" v="524" actId="1076"/>
          <ac:picMkLst>
            <pc:docMk/>
            <pc:sldMk cId="0" sldId="301"/>
            <ac:picMk id="23" creationId="{00000000-0000-0000-0000-000000000000}"/>
          </ac:picMkLst>
        </pc:picChg>
      </pc:sldChg>
      <pc:sldChg chg="delSp modSp modNotesTx">
        <pc:chgData name="Spale, Jan" userId="6dc488dd-d6ab-43ea-8d46-afaf0bca8de6" providerId="ADAL" clId="{704A3473-8BE1-41F9-BD66-807219D98522}" dt="2026-09-05T19:17:08.860" v="525" actId="1076"/>
        <pc:sldMkLst>
          <pc:docMk/>
          <pc:sldMk cId="0" sldId="302"/>
        </pc:sldMkLst>
        <pc:spChg chg="mod">
          <ac:chgData name="Spale, Jan" userId="6dc488dd-d6ab-43ea-8d46-afaf0bca8de6" providerId="ADAL" clId="{704A3473-8BE1-41F9-BD66-807219D98522}" dt="2026-09-05T19:17:08.860" v="525" actId="1076"/>
          <ac:spMkLst>
            <pc:docMk/>
            <pc:sldMk cId="0" sldId="302"/>
            <ac:spMk id="4" creationId="{00000000-0000-0000-0000-000000000000}"/>
          </ac:spMkLst>
        </pc:spChg>
        <pc:spChg chg="mod">
          <ac:chgData name="Spale, Jan" userId="6dc488dd-d6ab-43ea-8d46-afaf0bca8de6" providerId="ADAL" clId="{704A3473-8BE1-41F9-BD66-807219D98522}" dt="2026-09-05T19:17:08.860" v="525" actId="1076"/>
          <ac:spMkLst>
            <pc:docMk/>
            <pc:sldMk cId="0" sldId="302"/>
            <ac:spMk id="9" creationId="{00000000-0000-0000-0000-000000000000}"/>
          </ac:spMkLst>
        </pc:spChg>
        <pc:spChg chg="mod">
          <ac:chgData name="Spale, Jan" userId="6dc488dd-d6ab-43ea-8d46-afaf0bca8de6" providerId="ADAL" clId="{704A3473-8BE1-41F9-BD66-807219D98522}" dt="2026-09-05T19:17:08.860" v="525" actId="1076"/>
          <ac:spMkLst>
            <pc:docMk/>
            <pc:sldMk cId="0" sldId="302"/>
            <ac:spMk id="10" creationId="{00000000-0000-0000-0000-000000000000}"/>
          </ac:spMkLst>
        </pc:spChg>
        <pc:spChg chg="mod">
          <ac:chgData name="Spale, Jan" userId="6dc488dd-d6ab-43ea-8d46-afaf0bca8de6" providerId="ADAL" clId="{704A3473-8BE1-41F9-BD66-807219D98522}" dt="2026-09-05T19:17:08.860" v="525" actId="1076"/>
          <ac:spMkLst>
            <pc:docMk/>
            <pc:sldMk cId="0" sldId="302"/>
            <ac:spMk id="11" creationId="{00000000-0000-0000-0000-000000000000}"/>
          </ac:spMkLst>
        </pc:spChg>
        <pc:spChg chg="mod">
          <ac:chgData name="Spale, Jan" userId="6dc488dd-d6ab-43ea-8d46-afaf0bca8de6" providerId="ADAL" clId="{704A3473-8BE1-41F9-BD66-807219D98522}" dt="2026-09-05T19:17:08.860" v="525" actId="1076"/>
          <ac:spMkLst>
            <pc:docMk/>
            <pc:sldMk cId="0" sldId="302"/>
            <ac:spMk id="12" creationId="{00000000-0000-0000-0000-000000000000}"/>
          </ac:spMkLst>
        </pc:spChg>
        <pc:spChg chg="mod">
          <ac:chgData name="Spale, Jan" userId="6dc488dd-d6ab-43ea-8d46-afaf0bca8de6" providerId="ADAL" clId="{704A3473-8BE1-41F9-BD66-807219D98522}" dt="2026-09-05T19:17:08.860" v="525" actId="1076"/>
          <ac:spMkLst>
            <pc:docMk/>
            <pc:sldMk cId="0" sldId="302"/>
            <ac:spMk id="13" creationId="{00000000-0000-0000-0000-000000000000}"/>
          </ac:spMkLst>
        </pc:spChg>
        <pc:spChg chg="mod">
          <ac:chgData name="Spale, Jan" userId="6dc488dd-d6ab-43ea-8d46-afaf0bca8de6" providerId="ADAL" clId="{704A3473-8BE1-41F9-BD66-807219D98522}" dt="2026-09-05T19:17:08.860" v="525" actId="1076"/>
          <ac:spMkLst>
            <pc:docMk/>
            <pc:sldMk cId="0" sldId="302"/>
            <ac:spMk id="14" creationId="{00000000-0000-0000-0000-000000000000}"/>
          </ac:spMkLst>
        </pc:spChg>
        <pc:spChg chg="mod">
          <ac:chgData name="Spale, Jan" userId="6dc488dd-d6ab-43ea-8d46-afaf0bca8de6" providerId="ADAL" clId="{704A3473-8BE1-41F9-BD66-807219D98522}" dt="2026-09-05T19:17:08.860" v="525" actId="1076"/>
          <ac:spMkLst>
            <pc:docMk/>
            <pc:sldMk cId="0" sldId="302"/>
            <ac:spMk id="15" creationId="{00000000-0000-0000-0000-000000000000}"/>
          </ac:spMkLst>
        </pc:spChg>
        <pc:spChg chg="mod">
          <ac:chgData name="Spale, Jan" userId="6dc488dd-d6ab-43ea-8d46-afaf0bca8de6" providerId="ADAL" clId="{704A3473-8BE1-41F9-BD66-807219D98522}" dt="2026-09-05T19:17:08.860" v="525" actId="1076"/>
          <ac:spMkLst>
            <pc:docMk/>
            <pc:sldMk cId="0" sldId="302"/>
            <ac:spMk id="16" creationId="{00000000-0000-0000-0000-000000000000}"/>
          </ac:spMkLst>
        </pc:spChg>
        <pc:spChg chg="mod">
          <ac:chgData name="Spale, Jan" userId="6dc488dd-d6ab-43ea-8d46-afaf0bca8de6" providerId="ADAL" clId="{704A3473-8BE1-41F9-BD66-807219D98522}" dt="2026-09-05T19:16:52.077" v="522" actId="20577"/>
          <ac:spMkLst>
            <pc:docMk/>
            <pc:sldMk cId="0" sldId="302"/>
            <ac:spMk id="20" creationId="{00000000-0000-0000-0000-000000000000}"/>
          </ac:spMkLst>
        </pc:spChg>
        <pc:picChg chg="mod">
          <ac:chgData name="Spale, Jan" userId="6dc488dd-d6ab-43ea-8d46-afaf0bca8de6" providerId="ADAL" clId="{704A3473-8BE1-41F9-BD66-807219D98522}" dt="2026-09-05T19:17:08.860" v="525" actId="1076"/>
          <ac:picMkLst>
            <pc:docMk/>
            <pc:sldMk cId="0" sldId="302"/>
            <ac:picMk id="17" creationId="{00000000-0000-0000-0000-000000000000}"/>
          </ac:picMkLst>
        </pc:picChg>
      </pc:sldChg>
      <pc:sldChg chg="delSp modSp modNotesTx">
        <pc:chgData name="Spale, Jan" userId="6dc488dd-d6ab-43ea-8d46-afaf0bca8de6" providerId="ADAL" clId="{704A3473-8BE1-41F9-BD66-807219D98522}" dt="2026-09-05T19:19:19.890" v="575" actId="20577"/>
        <pc:sldMkLst>
          <pc:docMk/>
          <pc:sldMk cId="0" sldId="303"/>
        </pc:sldMkLst>
        <pc:spChg chg="mod">
          <ac:chgData name="Spale, Jan" userId="6dc488dd-d6ab-43ea-8d46-afaf0bca8de6" providerId="ADAL" clId="{704A3473-8BE1-41F9-BD66-807219D98522}" dt="2026-09-05T19:19:19.890" v="575" actId="20577"/>
          <ac:spMkLst>
            <pc:docMk/>
            <pc:sldMk cId="0" sldId="303"/>
            <ac:spMk id="12" creationId="{00000000-0000-0000-0000-000000000000}"/>
          </ac:spMkLst>
        </pc:spChg>
        <pc:spChg chg="mod">
          <ac:chgData name="Spale, Jan" userId="6dc488dd-d6ab-43ea-8d46-afaf0bca8de6" providerId="ADAL" clId="{704A3473-8BE1-41F9-BD66-807219D98522}" dt="2026-09-05T19:18:46.060" v="529" actId="14100"/>
          <ac:spMkLst>
            <pc:docMk/>
            <pc:sldMk cId="0" sldId="303"/>
            <ac:spMk id="16" creationId="{00000000-0000-0000-0000-000000000000}"/>
          </ac:spMkLst>
        </pc:spChg>
        <pc:spChg chg="mod">
          <ac:chgData name="Spale, Jan" userId="6dc488dd-d6ab-43ea-8d46-afaf0bca8de6" providerId="ADAL" clId="{704A3473-8BE1-41F9-BD66-807219D98522}" dt="2026-09-05T19:19:12.584" v="571" actId="113"/>
          <ac:spMkLst>
            <pc:docMk/>
            <pc:sldMk cId="0" sldId="303"/>
            <ac:spMk id="20" creationId="{00000000-0000-0000-0000-000000000000}"/>
          </ac:spMkLst>
        </pc:spChg>
      </pc:sldChg>
      <pc:sldChg chg="delSp modSp modNotesTx">
        <pc:chgData name="Spale, Jan" userId="6dc488dd-d6ab-43ea-8d46-afaf0bca8de6" providerId="ADAL" clId="{704A3473-8BE1-41F9-BD66-807219D98522}" dt="2026-09-05T19:29:44.022" v="854" actId="478"/>
        <pc:sldMkLst>
          <pc:docMk/>
          <pc:sldMk cId="0" sldId="304"/>
        </pc:sldMkLst>
        <pc:spChg chg="mod">
          <ac:chgData name="Spale, Jan" userId="6dc488dd-d6ab-43ea-8d46-afaf0bca8de6" providerId="ADAL" clId="{704A3473-8BE1-41F9-BD66-807219D98522}" dt="2026-09-05T19:21:11.035" v="686" actId="20577"/>
          <ac:spMkLst>
            <pc:docMk/>
            <pc:sldMk cId="0" sldId="304"/>
            <ac:spMk id="4" creationId="{00000000-0000-0000-0000-000000000000}"/>
          </ac:spMkLst>
        </pc:spChg>
        <pc:spChg chg="mod">
          <ac:chgData name="Spale, Jan" userId="6dc488dd-d6ab-43ea-8d46-afaf0bca8de6" providerId="ADAL" clId="{704A3473-8BE1-41F9-BD66-807219D98522}" dt="2026-09-05T19:22:25.502" v="851" actId="20577"/>
          <ac:spMkLst>
            <pc:docMk/>
            <pc:sldMk cId="0" sldId="304"/>
            <ac:spMk id="24" creationId="{00000000-0000-0000-0000-000000000000}"/>
          </ac:spMkLst>
        </pc:spChg>
      </pc:sldChg>
      <pc:sldChg chg="delSp modSp modNotesTx">
        <pc:chgData name="Spale, Jan" userId="6dc488dd-d6ab-43ea-8d46-afaf0bca8de6" providerId="ADAL" clId="{704A3473-8BE1-41F9-BD66-807219D98522}" dt="2026-09-05T19:31:25.410" v="935" actId="1076"/>
        <pc:sldMkLst>
          <pc:docMk/>
          <pc:sldMk cId="0" sldId="305"/>
        </pc:sldMkLst>
        <pc:spChg chg="mod">
          <ac:chgData name="Spale, Jan" userId="6dc488dd-d6ab-43ea-8d46-afaf0bca8de6" providerId="ADAL" clId="{704A3473-8BE1-41F9-BD66-807219D98522}" dt="2026-09-05T19:31:25.410" v="935" actId="1076"/>
          <ac:spMkLst>
            <pc:docMk/>
            <pc:sldMk cId="0" sldId="305"/>
            <ac:spMk id="4" creationId="{00000000-0000-0000-0000-000000000000}"/>
          </ac:spMkLst>
        </pc:spChg>
        <pc:spChg chg="mod">
          <ac:chgData name="Spale, Jan" userId="6dc488dd-d6ab-43ea-8d46-afaf0bca8de6" providerId="ADAL" clId="{704A3473-8BE1-41F9-BD66-807219D98522}" dt="2026-09-05T19:31:25.410" v="935" actId="1076"/>
          <ac:spMkLst>
            <pc:docMk/>
            <pc:sldMk cId="0" sldId="305"/>
            <ac:spMk id="9" creationId="{00000000-0000-0000-0000-000000000000}"/>
          </ac:spMkLst>
        </pc:spChg>
        <pc:spChg chg="mod">
          <ac:chgData name="Spale, Jan" userId="6dc488dd-d6ab-43ea-8d46-afaf0bca8de6" providerId="ADAL" clId="{704A3473-8BE1-41F9-BD66-807219D98522}" dt="2026-09-05T19:31:25.410" v="935" actId="1076"/>
          <ac:spMkLst>
            <pc:docMk/>
            <pc:sldMk cId="0" sldId="305"/>
            <ac:spMk id="10" creationId="{00000000-0000-0000-0000-000000000000}"/>
          </ac:spMkLst>
        </pc:spChg>
        <pc:spChg chg="mod">
          <ac:chgData name="Spale, Jan" userId="6dc488dd-d6ab-43ea-8d46-afaf0bca8de6" providerId="ADAL" clId="{704A3473-8BE1-41F9-BD66-807219D98522}" dt="2026-09-05T19:31:25.410" v="935" actId="1076"/>
          <ac:spMkLst>
            <pc:docMk/>
            <pc:sldMk cId="0" sldId="305"/>
            <ac:spMk id="11" creationId="{00000000-0000-0000-0000-000000000000}"/>
          </ac:spMkLst>
        </pc:spChg>
        <pc:spChg chg="mod">
          <ac:chgData name="Spale, Jan" userId="6dc488dd-d6ab-43ea-8d46-afaf0bca8de6" providerId="ADAL" clId="{704A3473-8BE1-41F9-BD66-807219D98522}" dt="2026-09-05T19:31:25.410" v="935" actId="1076"/>
          <ac:spMkLst>
            <pc:docMk/>
            <pc:sldMk cId="0" sldId="305"/>
            <ac:spMk id="12" creationId="{00000000-0000-0000-0000-000000000000}"/>
          </ac:spMkLst>
        </pc:spChg>
        <pc:spChg chg="mod">
          <ac:chgData name="Spale, Jan" userId="6dc488dd-d6ab-43ea-8d46-afaf0bca8de6" providerId="ADAL" clId="{704A3473-8BE1-41F9-BD66-807219D98522}" dt="2026-09-05T19:31:25.410" v="935" actId="1076"/>
          <ac:spMkLst>
            <pc:docMk/>
            <pc:sldMk cId="0" sldId="305"/>
            <ac:spMk id="13" creationId="{00000000-0000-0000-0000-000000000000}"/>
          </ac:spMkLst>
        </pc:spChg>
        <pc:spChg chg="mod">
          <ac:chgData name="Spale, Jan" userId="6dc488dd-d6ab-43ea-8d46-afaf0bca8de6" providerId="ADAL" clId="{704A3473-8BE1-41F9-BD66-807219D98522}" dt="2026-09-05T19:31:25.410" v="935" actId="1076"/>
          <ac:spMkLst>
            <pc:docMk/>
            <pc:sldMk cId="0" sldId="305"/>
            <ac:spMk id="14" creationId="{00000000-0000-0000-0000-000000000000}"/>
          </ac:spMkLst>
        </pc:spChg>
        <pc:spChg chg="mod">
          <ac:chgData name="Spale, Jan" userId="6dc488dd-d6ab-43ea-8d46-afaf0bca8de6" providerId="ADAL" clId="{704A3473-8BE1-41F9-BD66-807219D98522}" dt="2026-09-05T19:31:25.410" v="935" actId="1076"/>
          <ac:spMkLst>
            <pc:docMk/>
            <pc:sldMk cId="0" sldId="305"/>
            <ac:spMk id="15" creationId="{00000000-0000-0000-0000-000000000000}"/>
          </ac:spMkLst>
        </pc:spChg>
        <pc:spChg chg="mod">
          <ac:chgData name="Spale, Jan" userId="6dc488dd-d6ab-43ea-8d46-afaf0bca8de6" providerId="ADAL" clId="{704A3473-8BE1-41F9-BD66-807219D98522}" dt="2026-09-05T19:31:25.410" v="935" actId="1076"/>
          <ac:spMkLst>
            <pc:docMk/>
            <pc:sldMk cId="0" sldId="305"/>
            <ac:spMk id="16" creationId="{00000000-0000-0000-0000-000000000000}"/>
          </ac:spMkLst>
        </pc:spChg>
        <pc:spChg chg="mod">
          <ac:chgData name="Spale, Jan" userId="6dc488dd-d6ab-43ea-8d46-afaf0bca8de6" providerId="ADAL" clId="{704A3473-8BE1-41F9-BD66-807219D98522}" dt="2026-09-05T19:31:25.410" v="935" actId="1076"/>
          <ac:spMkLst>
            <pc:docMk/>
            <pc:sldMk cId="0" sldId="305"/>
            <ac:spMk id="17" creationId="{00000000-0000-0000-0000-000000000000}"/>
          </ac:spMkLst>
        </pc:spChg>
        <pc:spChg chg="mod">
          <ac:chgData name="Spale, Jan" userId="6dc488dd-d6ab-43ea-8d46-afaf0bca8de6" providerId="ADAL" clId="{704A3473-8BE1-41F9-BD66-807219D98522}" dt="2026-09-05T19:31:25.410" v="935" actId="1076"/>
          <ac:spMkLst>
            <pc:docMk/>
            <pc:sldMk cId="0" sldId="305"/>
            <ac:spMk id="18" creationId="{00000000-0000-0000-0000-000000000000}"/>
          </ac:spMkLst>
        </pc:spChg>
        <pc:spChg chg="mod">
          <ac:chgData name="Spale, Jan" userId="6dc488dd-d6ab-43ea-8d46-afaf0bca8de6" providerId="ADAL" clId="{704A3473-8BE1-41F9-BD66-807219D98522}" dt="2026-09-05T19:31:25.410" v="935" actId="1076"/>
          <ac:spMkLst>
            <pc:docMk/>
            <pc:sldMk cId="0" sldId="305"/>
            <ac:spMk id="19" creationId="{00000000-0000-0000-0000-000000000000}"/>
          </ac:spMkLst>
        </pc:spChg>
        <pc:spChg chg="mod">
          <ac:chgData name="Spale, Jan" userId="6dc488dd-d6ab-43ea-8d46-afaf0bca8de6" providerId="ADAL" clId="{704A3473-8BE1-41F9-BD66-807219D98522}" dt="2026-09-05T19:31:25.410" v="935" actId="1076"/>
          <ac:spMkLst>
            <pc:docMk/>
            <pc:sldMk cId="0" sldId="305"/>
            <ac:spMk id="20" creationId="{00000000-0000-0000-0000-000000000000}"/>
          </ac:spMkLst>
        </pc:spChg>
      </pc:sldChg>
      <pc:sldChg chg="addSp delSp modSp modNotesTx">
        <pc:chgData name="Spale, Jan" userId="6dc488dd-d6ab-43ea-8d46-afaf0bca8de6" providerId="ADAL" clId="{704A3473-8BE1-41F9-BD66-807219D98522}" dt="2026-09-05T19:33:30.448" v="1069" actId="478"/>
        <pc:sldMkLst>
          <pc:docMk/>
          <pc:sldMk cId="0" sldId="306"/>
        </pc:sldMkLst>
        <pc:spChg chg="mod">
          <ac:chgData name="Spale, Jan" userId="6dc488dd-d6ab-43ea-8d46-afaf0bca8de6" providerId="ADAL" clId="{704A3473-8BE1-41F9-BD66-807219D98522}" dt="2026-09-05T19:32:13.032" v="980" actId="14100"/>
          <ac:spMkLst>
            <pc:docMk/>
            <pc:sldMk cId="0" sldId="306"/>
            <ac:spMk id="4" creationId="{00000000-0000-0000-0000-000000000000}"/>
          </ac:spMkLst>
        </pc:spChg>
        <pc:spChg chg="mod">
          <ac:chgData name="Spale, Jan" userId="6dc488dd-d6ab-43ea-8d46-afaf0bca8de6" providerId="ADAL" clId="{704A3473-8BE1-41F9-BD66-807219D98522}" dt="2026-09-05T19:32:18.963" v="981" actId="1076"/>
          <ac:spMkLst>
            <pc:docMk/>
            <pc:sldMk cId="0" sldId="306"/>
            <ac:spMk id="22" creationId="{00000000-0000-0000-0000-000000000000}"/>
          </ac:spMkLst>
        </pc:spChg>
        <pc:spChg chg="mod">
          <ac:chgData name="Spale, Jan" userId="6dc488dd-d6ab-43ea-8d46-afaf0bca8de6" providerId="ADAL" clId="{704A3473-8BE1-41F9-BD66-807219D98522}" dt="2026-09-05T19:32:18.963" v="981" actId="1076"/>
          <ac:spMkLst>
            <pc:docMk/>
            <pc:sldMk cId="0" sldId="306"/>
            <ac:spMk id="23" creationId="{00000000-0000-0000-0000-000000000000}"/>
          </ac:spMkLst>
        </pc:spChg>
        <pc:spChg chg="mod">
          <ac:chgData name="Spale, Jan" userId="6dc488dd-d6ab-43ea-8d46-afaf0bca8de6" providerId="ADAL" clId="{704A3473-8BE1-41F9-BD66-807219D98522}" dt="2026-09-05T19:32:35.928" v="984" actId="1076"/>
          <ac:spMkLst>
            <pc:docMk/>
            <pc:sldMk cId="0" sldId="306"/>
            <ac:spMk id="26" creationId="{00000000-0000-0000-0000-000000000000}"/>
          </ac:spMkLst>
        </pc:spChg>
        <pc:spChg chg="mod">
          <ac:chgData name="Spale, Jan" userId="6dc488dd-d6ab-43ea-8d46-afaf0bca8de6" providerId="ADAL" clId="{704A3473-8BE1-41F9-BD66-807219D98522}" dt="2026-09-05T19:32:31.995" v="983" actId="6549"/>
          <ac:spMkLst>
            <pc:docMk/>
            <pc:sldMk cId="0" sldId="306"/>
            <ac:spMk id="27" creationId="{00000000-0000-0000-0000-000000000000}"/>
          </ac:spMkLst>
        </pc:spChg>
        <pc:spChg chg="mod">
          <ac:chgData name="Spale, Jan" userId="6dc488dd-d6ab-43ea-8d46-afaf0bca8de6" providerId="ADAL" clId="{704A3473-8BE1-41F9-BD66-807219D98522}" dt="2026-09-05T19:33:05.844" v="1033" actId="1076"/>
          <ac:spMkLst>
            <pc:docMk/>
            <pc:sldMk cId="0" sldId="306"/>
            <ac:spMk id="30" creationId="{00000000-0000-0000-0000-000000000000}"/>
          </ac:spMkLst>
        </pc:spChg>
        <pc:spChg chg="mod">
          <ac:chgData name="Spale, Jan" userId="6dc488dd-d6ab-43ea-8d46-afaf0bca8de6" providerId="ADAL" clId="{704A3473-8BE1-41F9-BD66-807219D98522}" dt="2026-09-05T19:33:07.411" v="1034" actId="1076"/>
          <ac:spMkLst>
            <pc:docMk/>
            <pc:sldMk cId="0" sldId="306"/>
            <ac:spMk id="31" creationId="{00000000-0000-0000-0000-000000000000}"/>
          </ac:spMkLst>
        </pc:spChg>
        <pc:spChg chg="mod">
          <ac:chgData name="Spale, Jan" userId="6dc488dd-d6ab-43ea-8d46-afaf0bca8de6" providerId="ADAL" clId="{704A3473-8BE1-41F9-BD66-807219D98522}" dt="2026-09-05T19:33:23.661" v="1068" actId="20577"/>
          <ac:spMkLst>
            <pc:docMk/>
            <pc:sldMk cId="0" sldId="306"/>
            <ac:spMk id="33" creationId="{00000000-0000-0000-0000-000000000000}"/>
          </ac:spMkLst>
        </pc:spChg>
      </pc:sldChg>
      <pc:sldChg chg="delSp modSp modNotesTx">
        <pc:chgData name="Spale, Jan" userId="6dc488dd-d6ab-43ea-8d46-afaf0bca8de6" providerId="ADAL" clId="{704A3473-8BE1-41F9-BD66-807219D98522}" dt="2026-09-05T19:35:24.437" v="1095" actId="478"/>
        <pc:sldMkLst>
          <pc:docMk/>
          <pc:sldMk cId="0" sldId="308"/>
        </pc:sldMkLst>
        <pc:spChg chg="mod">
          <ac:chgData name="Spale, Jan" userId="6dc488dd-d6ab-43ea-8d46-afaf0bca8de6" providerId="ADAL" clId="{704A3473-8BE1-41F9-BD66-807219D98522}" dt="2026-09-05T19:34:51.752" v="1078" actId="20577"/>
          <ac:spMkLst>
            <pc:docMk/>
            <pc:sldMk cId="0" sldId="308"/>
            <ac:spMk id="4" creationId="{00000000-0000-0000-0000-000000000000}"/>
          </ac:spMkLst>
        </pc:spChg>
        <pc:spChg chg="mod">
          <ac:chgData name="Spale, Jan" userId="6dc488dd-d6ab-43ea-8d46-afaf0bca8de6" providerId="ADAL" clId="{704A3473-8BE1-41F9-BD66-807219D98522}" dt="2026-09-05T19:35:06.597" v="1084" actId="20577"/>
          <ac:spMkLst>
            <pc:docMk/>
            <pc:sldMk cId="0" sldId="308"/>
            <ac:spMk id="21" creationId="{00000000-0000-0000-0000-000000000000}"/>
          </ac:spMkLst>
        </pc:spChg>
        <pc:spChg chg="mod">
          <ac:chgData name="Spale, Jan" userId="6dc488dd-d6ab-43ea-8d46-afaf0bca8de6" providerId="ADAL" clId="{704A3473-8BE1-41F9-BD66-807219D98522}" dt="2026-09-05T19:35:16.303" v="1094" actId="14100"/>
          <ac:spMkLst>
            <pc:docMk/>
            <pc:sldMk cId="0" sldId="308"/>
            <ac:spMk id="22" creationId="{00000000-0000-0000-0000-000000000000}"/>
          </ac:spMkLst>
        </pc:spChg>
        <pc:spChg chg="mod">
          <ac:chgData name="Spale, Jan" userId="6dc488dd-d6ab-43ea-8d46-afaf0bca8de6" providerId="ADAL" clId="{704A3473-8BE1-41F9-BD66-807219D98522}" dt="2026-09-05T19:35:09.664" v="1092" actId="20577"/>
          <ac:spMkLst>
            <pc:docMk/>
            <pc:sldMk cId="0" sldId="308"/>
            <ac:spMk id="23" creationId="{00000000-0000-0000-0000-000000000000}"/>
          </ac:spMkLst>
        </pc:spChg>
      </pc:sldChg>
      <pc:sldChg chg="delSp modSp modNotesTx">
        <pc:chgData name="Spale, Jan" userId="6dc488dd-d6ab-43ea-8d46-afaf0bca8de6" providerId="ADAL" clId="{704A3473-8BE1-41F9-BD66-807219D98522}" dt="2026-09-05T19:37:28.956" v="1142" actId="1076"/>
        <pc:sldMkLst>
          <pc:docMk/>
          <pc:sldMk cId="0" sldId="311"/>
        </pc:sldMkLst>
        <pc:spChg chg="mod">
          <ac:chgData name="Spale, Jan" userId="6dc488dd-d6ab-43ea-8d46-afaf0bca8de6" providerId="ADAL" clId="{704A3473-8BE1-41F9-BD66-807219D98522}" dt="2026-09-05T19:37:26.939" v="1141" actId="1076"/>
          <ac:spMkLst>
            <pc:docMk/>
            <pc:sldMk cId="0" sldId="311"/>
            <ac:spMk id="4" creationId="{00000000-0000-0000-0000-000000000000}"/>
          </ac:spMkLst>
        </pc:spChg>
        <pc:spChg chg="mod">
          <ac:chgData name="Spale, Jan" userId="6dc488dd-d6ab-43ea-8d46-afaf0bca8de6" providerId="ADAL" clId="{704A3473-8BE1-41F9-BD66-807219D98522}" dt="2026-09-05T19:37:23.951" v="1140" actId="1076"/>
          <ac:spMkLst>
            <pc:docMk/>
            <pc:sldMk cId="0" sldId="311"/>
            <ac:spMk id="10" creationId="{00000000-0000-0000-0000-000000000000}"/>
          </ac:spMkLst>
        </pc:spChg>
        <pc:spChg chg="mod">
          <ac:chgData name="Spale, Jan" userId="6dc488dd-d6ab-43ea-8d46-afaf0bca8de6" providerId="ADAL" clId="{704A3473-8BE1-41F9-BD66-807219D98522}" dt="2026-09-05T19:37:23.951" v="1140" actId="1076"/>
          <ac:spMkLst>
            <pc:docMk/>
            <pc:sldMk cId="0" sldId="311"/>
            <ac:spMk id="11" creationId="{00000000-0000-0000-0000-000000000000}"/>
          </ac:spMkLst>
        </pc:spChg>
        <pc:spChg chg="mod">
          <ac:chgData name="Spale, Jan" userId="6dc488dd-d6ab-43ea-8d46-afaf0bca8de6" providerId="ADAL" clId="{704A3473-8BE1-41F9-BD66-807219D98522}" dt="2026-09-05T19:37:23.951" v="1140" actId="1076"/>
          <ac:spMkLst>
            <pc:docMk/>
            <pc:sldMk cId="0" sldId="311"/>
            <ac:spMk id="12" creationId="{00000000-0000-0000-0000-000000000000}"/>
          </ac:spMkLst>
        </pc:spChg>
        <pc:spChg chg="mod">
          <ac:chgData name="Spale, Jan" userId="6dc488dd-d6ab-43ea-8d46-afaf0bca8de6" providerId="ADAL" clId="{704A3473-8BE1-41F9-BD66-807219D98522}" dt="2026-09-05T19:37:23.951" v="1140" actId="1076"/>
          <ac:spMkLst>
            <pc:docMk/>
            <pc:sldMk cId="0" sldId="311"/>
            <ac:spMk id="13" creationId="{00000000-0000-0000-0000-000000000000}"/>
          </ac:spMkLst>
        </pc:spChg>
        <pc:spChg chg="mod">
          <ac:chgData name="Spale, Jan" userId="6dc488dd-d6ab-43ea-8d46-afaf0bca8de6" providerId="ADAL" clId="{704A3473-8BE1-41F9-BD66-807219D98522}" dt="2026-09-05T19:37:23.951" v="1140" actId="1076"/>
          <ac:spMkLst>
            <pc:docMk/>
            <pc:sldMk cId="0" sldId="311"/>
            <ac:spMk id="14" creationId="{00000000-0000-0000-0000-000000000000}"/>
          </ac:spMkLst>
        </pc:spChg>
        <pc:spChg chg="mod">
          <ac:chgData name="Spale, Jan" userId="6dc488dd-d6ab-43ea-8d46-afaf0bca8de6" providerId="ADAL" clId="{704A3473-8BE1-41F9-BD66-807219D98522}" dt="2026-09-05T19:37:23.951" v="1140" actId="1076"/>
          <ac:spMkLst>
            <pc:docMk/>
            <pc:sldMk cId="0" sldId="311"/>
            <ac:spMk id="15" creationId="{00000000-0000-0000-0000-000000000000}"/>
          </ac:spMkLst>
        </pc:spChg>
        <pc:spChg chg="mod">
          <ac:chgData name="Spale, Jan" userId="6dc488dd-d6ab-43ea-8d46-afaf0bca8de6" providerId="ADAL" clId="{704A3473-8BE1-41F9-BD66-807219D98522}" dt="2026-09-05T19:37:23.951" v="1140" actId="1076"/>
          <ac:spMkLst>
            <pc:docMk/>
            <pc:sldMk cId="0" sldId="311"/>
            <ac:spMk id="16" creationId="{00000000-0000-0000-0000-000000000000}"/>
          </ac:spMkLst>
        </pc:spChg>
        <pc:spChg chg="mod">
          <ac:chgData name="Spale, Jan" userId="6dc488dd-d6ab-43ea-8d46-afaf0bca8de6" providerId="ADAL" clId="{704A3473-8BE1-41F9-BD66-807219D98522}" dt="2026-09-05T19:37:23.951" v="1140" actId="1076"/>
          <ac:spMkLst>
            <pc:docMk/>
            <pc:sldMk cId="0" sldId="311"/>
            <ac:spMk id="17" creationId="{00000000-0000-0000-0000-000000000000}"/>
          </ac:spMkLst>
        </pc:spChg>
        <pc:spChg chg="mod">
          <ac:chgData name="Spale, Jan" userId="6dc488dd-d6ab-43ea-8d46-afaf0bca8de6" providerId="ADAL" clId="{704A3473-8BE1-41F9-BD66-807219D98522}" dt="2026-09-05T19:37:23.951" v="1140" actId="1076"/>
          <ac:spMkLst>
            <pc:docMk/>
            <pc:sldMk cId="0" sldId="311"/>
            <ac:spMk id="18" creationId="{00000000-0000-0000-0000-000000000000}"/>
          </ac:spMkLst>
        </pc:spChg>
        <pc:spChg chg="mod">
          <ac:chgData name="Spale, Jan" userId="6dc488dd-d6ab-43ea-8d46-afaf0bca8de6" providerId="ADAL" clId="{704A3473-8BE1-41F9-BD66-807219D98522}" dt="2026-09-05T19:37:23.951" v="1140" actId="1076"/>
          <ac:spMkLst>
            <pc:docMk/>
            <pc:sldMk cId="0" sldId="311"/>
            <ac:spMk id="19" creationId="{00000000-0000-0000-0000-000000000000}"/>
          </ac:spMkLst>
        </pc:spChg>
        <pc:spChg chg="mod">
          <ac:chgData name="Spale, Jan" userId="6dc488dd-d6ab-43ea-8d46-afaf0bca8de6" providerId="ADAL" clId="{704A3473-8BE1-41F9-BD66-807219D98522}" dt="2026-09-05T19:37:23.951" v="1140" actId="1076"/>
          <ac:spMkLst>
            <pc:docMk/>
            <pc:sldMk cId="0" sldId="311"/>
            <ac:spMk id="20" creationId="{00000000-0000-0000-0000-000000000000}"/>
          </ac:spMkLst>
        </pc:spChg>
        <pc:spChg chg="mod">
          <ac:chgData name="Spale, Jan" userId="6dc488dd-d6ab-43ea-8d46-afaf0bca8de6" providerId="ADAL" clId="{704A3473-8BE1-41F9-BD66-807219D98522}" dt="2026-09-05T19:37:23.951" v="1140" actId="1076"/>
          <ac:spMkLst>
            <pc:docMk/>
            <pc:sldMk cId="0" sldId="311"/>
            <ac:spMk id="21" creationId="{00000000-0000-0000-0000-000000000000}"/>
          </ac:spMkLst>
        </pc:spChg>
        <pc:spChg chg="mod">
          <ac:chgData name="Spale, Jan" userId="6dc488dd-d6ab-43ea-8d46-afaf0bca8de6" providerId="ADAL" clId="{704A3473-8BE1-41F9-BD66-807219D98522}" dt="2026-09-05T19:37:23.951" v="1140" actId="1076"/>
          <ac:spMkLst>
            <pc:docMk/>
            <pc:sldMk cId="0" sldId="311"/>
            <ac:spMk id="22" creationId="{00000000-0000-0000-0000-000000000000}"/>
          </ac:spMkLst>
        </pc:spChg>
        <pc:spChg chg="mod">
          <ac:chgData name="Spale, Jan" userId="6dc488dd-d6ab-43ea-8d46-afaf0bca8de6" providerId="ADAL" clId="{704A3473-8BE1-41F9-BD66-807219D98522}" dt="2026-09-05T19:37:23.951" v="1140" actId="1076"/>
          <ac:spMkLst>
            <pc:docMk/>
            <pc:sldMk cId="0" sldId="311"/>
            <ac:spMk id="23" creationId="{00000000-0000-0000-0000-000000000000}"/>
          </ac:spMkLst>
        </pc:spChg>
        <pc:spChg chg="mod">
          <ac:chgData name="Spale, Jan" userId="6dc488dd-d6ab-43ea-8d46-afaf0bca8de6" providerId="ADAL" clId="{704A3473-8BE1-41F9-BD66-807219D98522}" dt="2026-09-05T19:37:23.951" v="1140" actId="1076"/>
          <ac:spMkLst>
            <pc:docMk/>
            <pc:sldMk cId="0" sldId="311"/>
            <ac:spMk id="24" creationId="{00000000-0000-0000-0000-000000000000}"/>
          </ac:spMkLst>
        </pc:spChg>
        <pc:spChg chg="mod">
          <ac:chgData name="Spale, Jan" userId="6dc488dd-d6ab-43ea-8d46-afaf0bca8de6" providerId="ADAL" clId="{704A3473-8BE1-41F9-BD66-807219D98522}" dt="2026-09-05T19:37:23.951" v="1140" actId="1076"/>
          <ac:spMkLst>
            <pc:docMk/>
            <pc:sldMk cId="0" sldId="311"/>
            <ac:spMk id="25" creationId="{00000000-0000-0000-0000-000000000000}"/>
          </ac:spMkLst>
        </pc:spChg>
        <pc:picChg chg="mod">
          <ac:chgData name="Spale, Jan" userId="6dc488dd-d6ab-43ea-8d46-afaf0bca8de6" providerId="ADAL" clId="{704A3473-8BE1-41F9-BD66-807219D98522}" dt="2026-09-05T19:37:28.956" v="1142" actId="1076"/>
          <ac:picMkLst>
            <pc:docMk/>
            <pc:sldMk cId="0" sldId="311"/>
            <ac:picMk id="9" creationId="{00000000-0000-0000-0000-000000000000}"/>
          </ac:picMkLst>
        </pc:picChg>
      </pc:sldChg>
      <pc:sldChg chg="delSp modSp modNotesTx">
        <pc:chgData name="Spale, Jan" userId="6dc488dd-d6ab-43ea-8d46-afaf0bca8de6" providerId="ADAL" clId="{704A3473-8BE1-41F9-BD66-807219D98522}" dt="2026-09-05T19:39:38.311" v="1175" actId="478"/>
        <pc:sldMkLst>
          <pc:docMk/>
          <pc:sldMk cId="0" sldId="312"/>
        </pc:sldMkLst>
        <pc:spChg chg="mod">
          <ac:chgData name="Spale, Jan" userId="6dc488dd-d6ab-43ea-8d46-afaf0bca8de6" providerId="ADAL" clId="{704A3473-8BE1-41F9-BD66-807219D98522}" dt="2026-09-05T19:38:10.507" v="1159" actId="1076"/>
          <ac:spMkLst>
            <pc:docMk/>
            <pc:sldMk cId="0" sldId="312"/>
            <ac:spMk id="4" creationId="{00000000-0000-0000-0000-000000000000}"/>
          </ac:spMkLst>
        </pc:spChg>
        <pc:spChg chg="mod">
          <ac:chgData name="Spale, Jan" userId="6dc488dd-d6ab-43ea-8d46-afaf0bca8de6" providerId="ADAL" clId="{704A3473-8BE1-41F9-BD66-807219D98522}" dt="2026-09-05T19:38:33.373" v="1164" actId="20577"/>
          <ac:spMkLst>
            <pc:docMk/>
            <pc:sldMk cId="0" sldId="312"/>
            <ac:spMk id="15" creationId="{00000000-0000-0000-0000-000000000000}"/>
          </ac:spMkLst>
        </pc:spChg>
        <pc:spChg chg="mod">
          <ac:chgData name="Spale, Jan" userId="6dc488dd-d6ab-43ea-8d46-afaf0bca8de6" providerId="ADAL" clId="{704A3473-8BE1-41F9-BD66-807219D98522}" dt="2026-09-05T19:38:46.168" v="1170" actId="20577"/>
          <ac:spMkLst>
            <pc:docMk/>
            <pc:sldMk cId="0" sldId="312"/>
            <ac:spMk id="20" creationId="{00000000-0000-0000-0000-000000000000}"/>
          </ac:spMkLst>
        </pc:spChg>
      </pc:sldChg>
      <pc:sldChg chg="delSp modSp modNotesTx">
        <pc:chgData name="Spale, Jan" userId="6dc488dd-d6ab-43ea-8d46-afaf0bca8de6" providerId="ADAL" clId="{704A3473-8BE1-41F9-BD66-807219D98522}" dt="2026-09-05T19:41:08.140" v="1194" actId="1076"/>
        <pc:sldMkLst>
          <pc:docMk/>
          <pc:sldMk cId="0" sldId="313"/>
        </pc:sldMkLst>
        <pc:spChg chg="mod">
          <ac:chgData name="Spale, Jan" userId="6dc488dd-d6ab-43ea-8d46-afaf0bca8de6" providerId="ADAL" clId="{704A3473-8BE1-41F9-BD66-807219D98522}" dt="2026-09-05T19:39:29.575" v="1173" actId="1076"/>
          <ac:spMkLst>
            <pc:docMk/>
            <pc:sldMk cId="0" sldId="313"/>
            <ac:spMk id="4" creationId="{00000000-0000-0000-0000-000000000000}"/>
          </ac:spMkLst>
        </pc:spChg>
        <pc:spChg chg="mod">
          <ac:chgData name="Spale, Jan" userId="6dc488dd-d6ab-43ea-8d46-afaf0bca8de6" providerId="ADAL" clId="{704A3473-8BE1-41F9-BD66-807219D98522}" dt="2026-09-05T19:41:08.140" v="1194" actId="1076"/>
          <ac:spMkLst>
            <pc:docMk/>
            <pc:sldMk cId="0" sldId="313"/>
            <ac:spMk id="9" creationId="{00000000-0000-0000-0000-000000000000}"/>
          </ac:spMkLst>
        </pc:spChg>
        <pc:spChg chg="mod">
          <ac:chgData name="Spale, Jan" userId="6dc488dd-d6ab-43ea-8d46-afaf0bca8de6" providerId="ADAL" clId="{704A3473-8BE1-41F9-BD66-807219D98522}" dt="2026-09-05T19:41:08.140" v="1194" actId="1076"/>
          <ac:spMkLst>
            <pc:docMk/>
            <pc:sldMk cId="0" sldId="313"/>
            <ac:spMk id="10" creationId="{00000000-0000-0000-0000-000000000000}"/>
          </ac:spMkLst>
        </pc:spChg>
        <pc:spChg chg="mod">
          <ac:chgData name="Spale, Jan" userId="6dc488dd-d6ab-43ea-8d46-afaf0bca8de6" providerId="ADAL" clId="{704A3473-8BE1-41F9-BD66-807219D98522}" dt="2026-09-05T19:41:08.140" v="1194" actId="1076"/>
          <ac:spMkLst>
            <pc:docMk/>
            <pc:sldMk cId="0" sldId="313"/>
            <ac:spMk id="12" creationId="{00000000-0000-0000-0000-000000000000}"/>
          </ac:spMkLst>
        </pc:spChg>
        <pc:spChg chg="mod">
          <ac:chgData name="Spale, Jan" userId="6dc488dd-d6ab-43ea-8d46-afaf0bca8de6" providerId="ADAL" clId="{704A3473-8BE1-41F9-BD66-807219D98522}" dt="2026-09-05T19:41:08.140" v="1194" actId="1076"/>
          <ac:spMkLst>
            <pc:docMk/>
            <pc:sldMk cId="0" sldId="313"/>
            <ac:spMk id="13" creationId="{00000000-0000-0000-0000-000000000000}"/>
          </ac:spMkLst>
        </pc:spChg>
        <pc:spChg chg="mod">
          <ac:chgData name="Spale, Jan" userId="6dc488dd-d6ab-43ea-8d46-afaf0bca8de6" providerId="ADAL" clId="{704A3473-8BE1-41F9-BD66-807219D98522}" dt="2026-09-05T19:41:08.140" v="1194" actId="1076"/>
          <ac:spMkLst>
            <pc:docMk/>
            <pc:sldMk cId="0" sldId="313"/>
            <ac:spMk id="14" creationId="{00000000-0000-0000-0000-000000000000}"/>
          </ac:spMkLst>
        </pc:spChg>
        <pc:spChg chg="mod">
          <ac:chgData name="Spale, Jan" userId="6dc488dd-d6ab-43ea-8d46-afaf0bca8de6" providerId="ADAL" clId="{704A3473-8BE1-41F9-BD66-807219D98522}" dt="2026-09-05T19:41:08.140" v="1194" actId="1076"/>
          <ac:spMkLst>
            <pc:docMk/>
            <pc:sldMk cId="0" sldId="313"/>
            <ac:spMk id="16" creationId="{00000000-0000-0000-0000-000000000000}"/>
          </ac:spMkLst>
        </pc:spChg>
        <pc:spChg chg="mod">
          <ac:chgData name="Spale, Jan" userId="6dc488dd-d6ab-43ea-8d46-afaf0bca8de6" providerId="ADAL" clId="{704A3473-8BE1-41F9-BD66-807219D98522}" dt="2026-09-05T19:41:08.140" v="1194" actId="1076"/>
          <ac:spMkLst>
            <pc:docMk/>
            <pc:sldMk cId="0" sldId="313"/>
            <ac:spMk id="17" creationId="{00000000-0000-0000-0000-000000000000}"/>
          </ac:spMkLst>
        </pc:spChg>
        <pc:spChg chg="mod">
          <ac:chgData name="Spale, Jan" userId="6dc488dd-d6ab-43ea-8d46-afaf0bca8de6" providerId="ADAL" clId="{704A3473-8BE1-41F9-BD66-807219D98522}" dt="2026-09-05T19:41:08.140" v="1194" actId="1076"/>
          <ac:spMkLst>
            <pc:docMk/>
            <pc:sldMk cId="0" sldId="313"/>
            <ac:spMk id="18" creationId="{00000000-0000-0000-0000-000000000000}"/>
          </ac:spMkLst>
        </pc:spChg>
        <pc:spChg chg="mod">
          <ac:chgData name="Spale, Jan" userId="6dc488dd-d6ab-43ea-8d46-afaf0bca8de6" providerId="ADAL" clId="{704A3473-8BE1-41F9-BD66-807219D98522}" dt="2026-09-05T19:41:08.140" v="1194" actId="1076"/>
          <ac:spMkLst>
            <pc:docMk/>
            <pc:sldMk cId="0" sldId="313"/>
            <ac:spMk id="20" creationId="{00000000-0000-0000-0000-000000000000}"/>
          </ac:spMkLst>
        </pc:spChg>
        <pc:picChg chg="mod">
          <ac:chgData name="Spale, Jan" userId="6dc488dd-d6ab-43ea-8d46-afaf0bca8de6" providerId="ADAL" clId="{704A3473-8BE1-41F9-BD66-807219D98522}" dt="2026-09-05T19:41:08.140" v="1194" actId="1076"/>
          <ac:picMkLst>
            <pc:docMk/>
            <pc:sldMk cId="0" sldId="313"/>
            <ac:picMk id="11" creationId="{00000000-0000-0000-0000-000000000000}"/>
          </ac:picMkLst>
        </pc:picChg>
        <pc:picChg chg="mod">
          <ac:chgData name="Spale, Jan" userId="6dc488dd-d6ab-43ea-8d46-afaf0bca8de6" providerId="ADAL" clId="{704A3473-8BE1-41F9-BD66-807219D98522}" dt="2026-09-05T19:41:08.140" v="1194" actId="1076"/>
          <ac:picMkLst>
            <pc:docMk/>
            <pc:sldMk cId="0" sldId="313"/>
            <ac:picMk id="15" creationId="{00000000-0000-0000-0000-000000000000}"/>
          </ac:picMkLst>
        </pc:picChg>
        <pc:picChg chg="mod">
          <ac:chgData name="Spale, Jan" userId="6dc488dd-d6ab-43ea-8d46-afaf0bca8de6" providerId="ADAL" clId="{704A3473-8BE1-41F9-BD66-807219D98522}" dt="2026-09-05T19:41:08.140" v="1194" actId="1076"/>
          <ac:picMkLst>
            <pc:docMk/>
            <pc:sldMk cId="0" sldId="313"/>
            <ac:picMk id="19" creationId="{00000000-0000-0000-0000-000000000000}"/>
          </ac:picMkLst>
        </pc:picChg>
      </pc:sldChg>
      <pc:sldChg chg="delSp modSp modNotesTx">
        <pc:chgData name="Spale, Jan" userId="6dc488dd-d6ab-43ea-8d46-afaf0bca8de6" providerId="ADAL" clId="{704A3473-8BE1-41F9-BD66-807219D98522}" dt="2026-09-05T19:44:19.750" v="1253" actId="5793"/>
        <pc:sldMkLst>
          <pc:docMk/>
          <pc:sldMk cId="0" sldId="314"/>
        </pc:sldMkLst>
        <pc:spChg chg="mod">
          <ac:chgData name="Spale, Jan" userId="6dc488dd-d6ab-43ea-8d46-afaf0bca8de6" providerId="ADAL" clId="{704A3473-8BE1-41F9-BD66-807219D98522}" dt="2026-09-05T19:41:18.005" v="1203" actId="20577"/>
          <ac:spMkLst>
            <pc:docMk/>
            <pc:sldMk cId="0" sldId="314"/>
            <ac:spMk id="4" creationId="{00000000-0000-0000-0000-000000000000}"/>
          </ac:spMkLst>
        </pc:spChg>
        <pc:spChg chg="mod">
          <ac:chgData name="Spale, Jan" userId="6dc488dd-d6ab-43ea-8d46-afaf0bca8de6" providerId="ADAL" clId="{704A3473-8BE1-41F9-BD66-807219D98522}" dt="2026-09-05T19:43:55.589" v="1216" actId="14100"/>
          <ac:spMkLst>
            <pc:docMk/>
            <pc:sldMk cId="0" sldId="314"/>
            <ac:spMk id="14" creationId="{00000000-0000-0000-0000-000000000000}"/>
          </ac:spMkLst>
        </pc:spChg>
        <pc:spChg chg="mod">
          <ac:chgData name="Spale, Jan" userId="6dc488dd-d6ab-43ea-8d46-afaf0bca8de6" providerId="ADAL" clId="{704A3473-8BE1-41F9-BD66-807219D98522}" dt="2026-09-05T19:44:19.750" v="1253" actId="5793"/>
          <ac:spMkLst>
            <pc:docMk/>
            <pc:sldMk cId="0" sldId="314"/>
            <ac:spMk id="18" creationId="{00000000-0000-0000-0000-000000000000}"/>
          </ac:spMkLst>
        </pc:spChg>
      </pc:sldChg>
      <pc:sldChg chg="delSp modSp modNotesTx">
        <pc:chgData name="Spale, Jan" userId="6dc488dd-d6ab-43ea-8d46-afaf0bca8de6" providerId="ADAL" clId="{704A3473-8BE1-41F9-BD66-807219D98522}" dt="2026-09-05T19:46:26.453" v="1299" actId="478"/>
        <pc:sldMkLst>
          <pc:docMk/>
          <pc:sldMk cId="0" sldId="315"/>
        </pc:sldMkLst>
        <pc:spChg chg="mod">
          <ac:chgData name="Spale, Jan" userId="6dc488dd-d6ab-43ea-8d46-afaf0bca8de6" providerId="ADAL" clId="{704A3473-8BE1-41F9-BD66-807219D98522}" dt="2026-09-05T19:44:29.150" v="1255" actId="1076"/>
          <ac:spMkLst>
            <pc:docMk/>
            <pc:sldMk cId="0" sldId="315"/>
            <ac:spMk id="4" creationId="{00000000-0000-0000-0000-000000000000}"/>
          </ac:spMkLst>
        </pc:spChg>
        <pc:spChg chg="mod">
          <ac:chgData name="Spale, Jan" userId="6dc488dd-d6ab-43ea-8d46-afaf0bca8de6" providerId="ADAL" clId="{704A3473-8BE1-41F9-BD66-807219D98522}" dt="2026-09-05T19:44:33.755" v="1256" actId="1076"/>
          <ac:spMkLst>
            <pc:docMk/>
            <pc:sldMk cId="0" sldId="315"/>
            <ac:spMk id="10" creationId="{00000000-0000-0000-0000-000000000000}"/>
          </ac:spMkLst>
        </pc:spChg>
        <pc:spChg chg="mod">
          <ac:chgData name="Spale, Jan" userId="6dc488dd-d6ab-43ea-8d46-afaf0bca8de6" providerId="ADAL" clId="{704A3473-8BE1-41F9-BD66-807219D98522}" dt="2026-09-05T19:45:08.999" v="1274" actId="1076"/>
          <ac:spMkLst>
            <pc:docMk/>
            <pc:sldMk cId="0" sldId="315"/>
            <ac:spMk id="11" creationId="{00000000-0000-0000-0000-000000000000}"/>
          </ac:spMkLst>
        </pc:spChg>
        <pc:spChg chg="mod">
          <ac:chgData name="Spale, Jan" userId="6dc488dd-d6ab-43ea-8d46-afaf0bca8de6" providerId="ADAL" clId="{704A3473-8BE1-41F9-BD66-807219D98522}" dt="2026-09-05T19:45:06.506" v="1272" actId="1076"/>
          <ac:spMkLst>
            <pc:docMk/>
            <pc:sldMk cId="0" sldId="315"/>
            <ac:spMk id="12" creationId="{00000000-0000-0000-0000-000000000000}"/>
          </ac:spMkLst>
        </pc:spChg>
        <pc:spChg chg="mod">
          <ac:chgData name="Spale, Jan" userId="6dc488dd-d6ab-43ea-8d46-afaf0bca8de6" providerId="ADAL" clId="{704A3473-8BE1-41F9-BD66-807219D98522}" dt="2026-09-05T19:45:11.220" v="1275" actId="1076"/>
          <ac:spMkLst>
            <pc:docMk/>
            <pc:sldMk cId="0" sldId="315"/>
            <ac:spMk id="15" creationId="{00000000-0000-0000-0000-000000000000}"/>
          </ac:spMkLst>
        </pc:spChg>
        <pc:spChg chg="mod">
          <ac:chgData name="Spale, Jan" userId="6dc488dd-d6ab-43ea-8d46-afaf0bca8de6" providerId="ADAL" clId="{704A3473-8BE1-41F9-BD66-807219D98522}" dt="2026-09-05T19:45:03.252" v="1271" actId="1076"/>
          <ac:spMkLst>
            <pc:docMk/>
            <pc:sldMk cId="0" sldId="315"/>
            <ac:spMk id="17" creationId="{00000000-0000-0000-0000-000000000000}"/>
          </ac:spMkLst>
        </pc:spChg>
        <pc:spChg chg="mod">
          <ac:chgData name="Spale, Jan" userId="6dc488dd-d6ab-43ea-8d46-afaf0bca8de6" providerId="ADAL" clId="{704A3473-8BE1-41F9-BD66-807219D98522}" dt="2026-09-05T19:45:19.319" v="1278" actId="1076"/>
          <ac:spMkLst>
            <pc:docMk/>
            <pc:sldMk cId="0" sldId="315"/>
            <ac:spMk id="20" creationId="{00000000-0000-0000-0000-000000000000}"/>
          </ac:spMkLst>
        </pc:spChg>
        <pc:spChg chg="mod">
          <ac:chgData name="Spale, Jan" userId="6dc488dd-d6ab-43ea-8d46-afaf0bca8de6" providerId="ADAL" clId="{704A3473-8BE1-41F9-BD66-807219D98522}" dt="2026-09-05T19:45:23.483" v="1279" actId="1076"/>
          <ac:spMkLst>
            <pc:docMk/>
            <pc:sldMk cId="0" sldId="315"/>
            <ac:spMk id="21" creationId="{00000000-0000-0000-0000-000000000000}"/>
          </ac:spMkLst>
        </pc:spChg>
        <pc:spChg chg="mod">
          <ac:chgData name="Spale, Jan" userId="6dc488dd-d6ab-43ea-8d46-afaf0bca8de6" providerId="ADAL" clId="{704A3473-8BE1-41F9-BD66-807219D98522}" dt="2026-09-05T19:44:51.285" v="1268" actId="6549"/>
          <ac:spMkLst>
            <pc:docMk/>
            <pc:sldMk cId="0" sldId="315"/>
            <ac:spMk id="23" creationId="{00000000-0000-0000-0000-000000000000}"/>
          </ac:spMkLst>
        </pc:spChg>
        <pc:picChg chg="mod">
          <ac:chgData name="Spale, Jan" userId="6dc488dd-d6ab-43ea-8d46-afaf0bca8de6" providerId="ADAL" clId="{704A3473-8BE1-41F9-BD66-807219D98522}" dt="2026-09-05T19:45:28.087" v="1281" actId="1076"/>
          <ac:picMkLst>
            <pc:docMk/>
            <pc:sldMk cId="0" sldId="315"/>
            <ac:picMk id="9" creationId="{00000000-0000-0000-0000-000000000000}"/>
          </ac:picMkLst>
        </pc:picChg>
      </pc:sldChg>
      <pc:sldChg chg="delSp modSp modNotesTx">
        <pc:chgData name="Spale, Jan" userId="6dc488dd-d6ab-43ea-8d46-afaf0bca8de6" providerId="ADAL" clId="{704A3473-8BE1-41F9-BD66-807219D98522}" dt="2026-09-05T19:46:30.147" v="1300" actId="6549"/>
        <pc:sldMkLst>
          <pc:docMk/>
          <pc:sldMk cId="0" sldId="316"/>
        </pc:sldMkLst>
        <pc:spChg chg="mod">
          <ac:chgData name="Spale, Jan" userId="6dc488dd-d6ab-43ea-8d46-afaf0bca8de6" providerId="ADAL" clId="{704A3473-8BE1-41F9-BD66-807219D98522}" dt="2026-09-05T19:45:48.720" v="1283" actId="1076"/>
          <ac:spMkLst>
            <pc:docMk/>
            <pc:sldMk cId="0" sldId="316"/>
            <ac:spMk id="4" creationId="{00000000-0000-0000-0000-000000000000}"/>
          </ac:spMkLst>
        </pc:spChg>
        <pc:spChg chg="mod">
          <ac:chgData name="Spale, Jan" userId="6dc488dd-d6ab-43ea-8d46-afaf0bca8de6" providerId="ADAL" clId="{704A3473-8BE1-41F9-BD66-807219D98522}" dt="2026-09-05T19:46:00.224" v="1287" actId="1076"/>
          <ac:spMkLst>
            <pc:docMk/>
            <pc:sldMk cId="0" sldId="316"/>
            <ac:spMk id="74" creationId="{00000000-0000-0000-0000-000000000000}"/>
          </ac:spMkLst>
        </pc:spChg>
        <pc:spChg chg="mod">
          <ac:chgData name="Spale, Jan" userId="6dc488dd-d6ab-43ea-8d46-afaf0bca8de6" providerId="ADAL" clId="{704A3473-8BE1-41F9-BD66-807219D98522}" dt="2026-09-05T19:46:08.241" v="1294" actId="1076"/>
          <ac:spMkLst>
            <pc:docMk/>
            <pc:sldMk cId="0" sldId="316"/>
            <ac:spMk id="76" creationId="{00000000-0000-0000-0000-000000000000}"/>
          </ac:spMkLst>
        </pc:spChg>
        <pc:spChg chg="mod">
          <ac:chgData name="Spale, Jan" userId="6dc488dd-d6ab-43ea-8d46-afaf0bca8de6" providerId="ADAL" clId="{704A3473-8BE1-41F9-BD66-807219D98522}" dt="2026-09-05T19:46:11.262" v="1295" actId="1076"/>
          <ac:spMkLst>
            <pc:docMk/>
            <pc:sldMk cId="0" sldId="316"/>
            <ac:spMk id="78" creationId="{00000000-0000-0000-0000-000000000000}"/>
          </ac:spMkLst>
        </pc:spChg>
        <pc:picChg chg="mod">
          <ac:chgData name="Spale, Jan" userId="6dc488dd-d6ab-43ea-8d46-afaf0bca8de6" providerId="ADAL" clId="{704A3473-8BE1-41F9-BD66-807219D98522}" dt="2026-09-05T19:45:56.397" v="1286" actId="1076"/>
          <ac:picMkLst>
            <pc:docMk/>
            <pc:sldMk cId="0" sldId="316"/>
            <ac:picMk id="71" creationId="{00000000-0000-0000-0000-000000000000}"/>
          </ac:picMkLst>
        </pc:picChg>
      </pc:sldChg>
      <pc:sldChg chg="delSp modSp modNotesTx">
        <pc:chgData name="Spale, Jan" userId="6dc488dd-d6ab-43ea-8d46-afaf0bca8de6" providerId="ADAL" clId="{704A3473-8BE1-41F9-BD66-807219D98522}" dt="2026-09-05T19:47:40.374" v="1315" actId="1076"/>
        <pc:sldMkLst>
          <pc:docMk/>
          <pc:sldMk cId="0" sldId="317"/>
        </pc:sldMkLst>
        <pc:spChg chg="mod">
          <ac:chgData name="Spale, Jan" userId="6dc488dd-d6ab-43ea-8d46-afaf0bca8de6" providerId="ADAL" clId="{704A3473-8BE1-41F9-BD66-807219D98522}" dt="2026-09-05T19:46:50.192" v="1303" actId="1076"/>
          <ac:spMkLst>
            <pc:docMk/>
            <pc:sldMk cId="0" sldId="317"/>
            <ac:spMk id="4" creationId="{00000000-0000-0000-0000-000000000000}"/>
          </ac:spMkLst>
        </pc:spChg>
        <pc:spChg chg="mod">
          <ac:chgData name="Spale, Jan" userId="6dc488dd-d6ab-43ea-8d46-afaf0bca8de6" providerId="ADAL" clId="{704A3473-8BE1-41F9-BD66-807219D98522}" dt="2026-09-05T19:47:29.645" v="1312" actId="403"/>
          <ac:spMkLst>
            <pc:docMk/>
            <pc:sldMk cId="0" sldId="317"/>
            <ac:spMk id="7" creationId="{00000000-0000-0000-0000-000000000000}"/>
          </ac:spMkLst>
        </pc:spChg>
        <pc:spChg chg="mod">
          <ac:chgData name="Spale, Jan" userId="6dc488dd-d6ab-43ea-8d46-afaf0bca8de6" providerId="ADAL" clId="{704A3473-8BE1-41F9-BD66-807219D98522}" dt="2026-09-05T19:46:58.836" v="1306" actId="1076"/>
          <ac:spMkLst>
            <pc:docMk/>
            <pc:sldMk cId="0" sldId="317"/>
            <ac:spMk id="10" creationId="{00000000-0000-0000-0000-000000000000}"/>
          </ac:spMkLst>
        </pc:spChg>
        <pc:spChg chg="mod">
          <ac:chgData name="Spale, Jan" userId="6dc488dd-d6ab-43ea-8d46-afaf0bca8de6" providerId="ADAL" clId="{704A3473-8BE1-41F9-BD66-807219D98522}" dt="2026-09-05T19:46:58.836" v="1306" actId="1076"/>
          <ac:spMkLst>
            <pc:docMk/>
            <pc:sldMk cId="0" sldId="317"/>
            <ac:spMk id="11" creationId="{00000000-0000-0000-0000-000000000000}"/>
          </ac:spMkLst>
        </pc:spChg>
        <pc:spChg chg="mod">
          <ac:chgData name="Spale, Jan" userId="6dc488dd-d6ab-43ea-8d46-afaf0bca8de6" providerId="ADAL" clId="{704A3473-8BE1-41F9-BD66-807219D98522}" dt="2026-09-05T19:46:58.836" v="1306" actId="1076"/>
          <ac:spMkLst>
            <pc:docMk/>
            <pc:sldMk cId="0" sldId="317"/>
            <ac:spMk id="12" creationId="{00000000-0000-0000-0000-000000000000}"/>
          </ac:spMkLst>
        </pc:spChg>
        <pc:spChg chg="mod">
          <ac:chgData name="Spale, Jan" userId="6dc488dd-d6ab-43ea-8d46-afaf0bca8de6" providerId="ADAL" clId="{704A3473-8BE1-41F9-BD66-807219D98522}" dt="2026-09-05T19:47:22.389" v="1309" actId="20577"/>
          <ac:spMkLst>
            <pc:docMk/>
            <pc:sldMk cId="0" sldId="317"/>
            <ac:spMk id="13" creationId="{00000000-0000-0000-0000-000000000000}"/>
          </ac:spMkLst>
        </pc:spChg>
        <pc:spChg chg="mod">
          <ac:chgData name="Spale, Jan" userId="6dc488dd-d6ab-43ea-8d46-afaf0bca8de6" providerId="ADAL" clId="{704A3473-8BE1-41F9-BD66-807219D98522}" dt="2026-09-05T19:46:58.836" v="1306" actId="1076"/>
          <ac:spMkLst>
            <pc:docMk/>
            <pc:sldMk cId="0" sldId="317"/>
            <ac:spMk id="14" creationId="{00000000-0000-0000-0000-000000000000}"/>
          </ac:spMkLst>
        </pc:spChg>
        <pc:spChg chg="mod">
          <ac:chgData name="Spale, Jan" userId="6dc488dd-d6ab-43ea-8d46-afaf0bca8de6" providerId="ADAL" clId="{704A3473-8BE1-41F9-BD66-807219D98522}" dt="2026-09-05T19:46:58.836" v="1306" actId="1076"/>
          <ac:spMkLst>
            <pc:docMk/>
            <pc:sldMk cId="0" sldId="317"/>
            <ac:spMk id="15" creationId="{00000000-0000-0000-0000-000000000000}"/>
          </ac:spMkLst>
        </pc:spChg>
        <pc:spChg chg="mod">
          <ac:chgData name="Spale, Jan" userId="6dc488dd-d6ab-43ea-8d46-afaf0bca8de6" providerId="ADAL" clId="{704A3473-8BE1-41F9-BD66-807219D98522}" dt="2026-09-05T19:46:58.836" v="1306" actId="1076"/>
          <ac:spMkLst>
            <pc:docMk/>
            <pc:sldMk cId="0" sldId="317"/>
            <ac:spMk id="16" creationId="{00000000-0000-0000-0000-000000000000}"/>
          </ac:spMkLst>
        </pc:spChg>
        <pc:spChg chg="mod">
          <ac:chgData name="Spale, Jan" userId="6dc488dd-d6ab-43ea-8d46-afaf0bca8de6" providerId="ADAL" clId="{704A3473-8BE1-41F9-BD66-807219D98522}" dt="2026-09-05T19:47:23.549" v="1310" actId="20577"/>
          <ac:spMkLst>
            <pc:docMk/>
            <pc:sldMk cId="0" sldId="317"/>
            <ac:spMk id="17" creationId="{00000000-0000-0000-0000-000000000000}"/>
          </ac:spMkLst>
        </pc:spChg>
        <pc:spChg chg="mod">
          <ac:chgData name="Spale, Jan" userId="6dc488dd-d6ab-43ea-8d46-afaf0bca8de6" providerId="ADAL" clId="{704A3473-8BE1-41F9-BD66-807219D98522}" dt="2026-09-05T19:47:40.374" v="1315" actId="1076"/>
          <ac:spMkLst>
            <pc:docMk/>
            <pc:sldMk cId="0" sldId="317"/>
            <ac:spMk id="18" creationId="{00000000-0000-0000-0000-000000000000}"/>
          </ac:spMkLst>
        </pc:spChg>
        <pc:spChg chg="mod">
          <ac:chgData name="Spale, Jan" userId="6dc488dd-d6ab-43ea-8d46-afaf0bca8de6" providerId="ADAL" clId="{704A3473-8BE1-41F9-BD66-807219D98522}" dt="2026-09-05T19:47:40.374" v="1315" actId="1076"/>
          <ac:spMkLst>
            <pc:docMk/>
            <pc:sldMk cId="0" sldId="317"/>
            <ac:spMk id="19" creationId="{00000000-0000-0000-0000-000000000000}"/>
          </ac:spMkLst>
        </pc:spChg>
        <pc:picChg chg="mod">
          <ac:chgData name="Spale, Jan" userId="6dc488dd-d6ab-43ea-8d46-afaf0bca8de6" providerId="ADAL" clId="{704A3473-8BE1-41F9-BD66-807219D98522}" dt="2026-09-05T19:46:53.554" v="1305" actId="1076"/>
          <ac:picMkLst>
            <pc:docMk/>
            <pc:sldMk cId="0" sldId="317"/>
            <ac:picMk id="9" creationId="{00000000-0000-0000-0000-000000000000}"/>
          </ac:picMkLst>
        </pc:picChg>
      </pc:sldChg>
      <pc:sldChg chg="delSp modSp modNotesTx">
        <pc:chgData name="Spale, Jan" userId="6dc488dd-d6ab-43ea-8d46-afaf0bca8de6" providerId="ADAL" clId="{704A3473-8BE1-41F9-BD66-807219D98522}" dt="2026-09-05T19:49:13.897" v="1335" actId="20577"/>
        <pc:sldMkLst>
          <pc:docMk/>
          <pc:sldMk cId="0" sldId="319"/>
        </pc:sldMkLst>
        <pc:spChg chg="mod">
          <ac:chgData name="Spale, Jan" userId="6dc488dd-d6ab-43ea-8d46-afaf0bca8de6" providerId="ADAL" clId="{704A3473-8BE1-41F9-BD66-807219D98522}" dt="2026-09-05T19:48:34.495" v="1329" actId="1076"/>
          <ac:spMkLst>
            <pc:docMk/>
            <pc:sldMk cId="0" sldId="319"/>
            <ac:spMk id="4" creationId="{00000000-0000-0000-0000-000000000000}"/>
          </ac:spMkLst>
        </pc:spChg>
        <pc:spChg chg="mod">
          <ac:chgData name="Spale, Jan" userId="6dc488dd-d6ab-43ea-8d46-afaf0bca8de6" providerId="ADAL" clId="{704A3473-8BE1-41F9-BD66-807219D98522}" dt="2026-09-05T19:48:49.669" v="1333" actId="1076"/>
          <ac:spMkLst>
            <pc:docMk/>
            <pc:sldMk cId="0" sldId="319"/>
            <ac:spMk id="10" creationId="{00000000-0000-0000-0000-000000000000}"/>
          </ac:spMkLst>
        </pc:spChg>
        <pc:spChg chg="mod">
          <ac:chgData name="Spale, Jan" userId="6dc488dd-d6ab-43ea-8d46-afaf0bca8de6" providerId="ADAL" clId="{704A3473-8BE1-41F9-BD66-807219D98522}" dt="2026-09-05T19:48:49.669" v="1333" actId="1076"/>
          <ac:spMkLst>
            <pc:docMk/>
            <pc:sldMk cId="0" sldId="319"/>
            <ac:spMk id="11" creationId="{00000000-0000-0000-0000-000000000000}"/>
          </ac:spMkLst>
        </pc:spChg>
        <pc:spChg chg="mod">
          <ac:chgData name="Spale, Jan" userId="6dc488dd-d6ab-43ea-8d46-afaf0bca8de6" providerId="ADAL" clId="{704A3473-8BE1-41F9-BD66-807219D98522}" dt="2026-09-05T19:48:49.669" v="1333" actId="1076"/>
          <ac:spMkLst>
            <pc:docMk/>
            <pc:sldMk cId="0" sldId="319"/>
            <ac:spMk id="12" creationId="{00000000-0000-0000-0000-000000000000}"/>
          </ac:spMkLst>
        </pc:spChg>
        <pc:spChg chg="mod">
          <ac:chgData name="Spale, Jan" userId="6dc488dd-d6ab-43ea-8d46-afaf0bca8de6" providerId="ADAL" clId="{704A3473-8BE1-41F9-BD66-807219D98522}" dt="2026-09-05T19:48:49.669" v="1333" actId="1076"/>
          <ac:spMkLst>
            <pc:docMk/>
            <pc:sldMk cId="0" sldId="319"/>
            <ac:spMk id="13" creationId="{00000000-0000-0000-0000-000000000000}"/>
          </ac:spMkLst>
        </pc:spChg>
        <pc:spChg chg="mod">
          <ac:chgData name="Spale, Jan" userId="6dc488dd-d6ab-43ea-8d46-afaf0bca8de6" providerId="ADAL" clId="{704A3473-8BE1-41F9-BD66-807219D98522}" dt="2026-09-05T19:48:49.669" v="1333" actId="1076"/>
          <ac:spMkLst>
            <pc:docMk/>
            <pc:sldMk cId="0" sldId="319"/>
            <ac:spMk id="14" creationId="{00000000-0000-0000-0000-000000000000}"/>
          </ac:spMkLst>
        </pc:spChg>
        <pc:spChg chg="mod">
          <ac:chgData name="Spale, Jan" userId="6dc488dd-d6ab-43ea-8d46-afaf0bca8de6" providerId="ADAL" clId="{704A3473-8BE1-41F9-BD66-807219D98522}" dt="2026-09-05T19:48:49.669" v="1333" actId="1076"/>
          <ac:spMkLst>
            <pc:docMk/>
            <pc:sldMk cId="0" sldId="319"/>
            <ac:spMk id="15" creationId="{00000000-0000-0000-0000-000000000000}"/>
          </ac:spMkLst>
        </pc:spChg>
        <pc:spChg chg="mod">
          <ac:chgData name="Spale, Jan" userId="6dc488dd-d6ab-43ea-8d46-afaf0bca8de6" providerId="ADAL" clId="{704A3473-8BE1-41F9-BD66-807219D98522}" dt="2026-09-05T19:48:49.669" v="1333" actId="1076"/>
          <ac:spMkLst>
            <pc:docMk/>
            <pc:sldMk cId="0" sldId="319"/>
            <ac:spMk id="16" creationId="{00000000-0000-0000-0000-000000000000}"/>
          </ac:spMkLst>
        </pc:spChg>
        <pc:picChg chg="mod">
          <ac:chgData name="Spale, Jan" userId="6dc488dd-d6ab-43ea-8d46-afaf0bca8de6" providerId="ADAL" clId="{704A3473-8BE1-41F9-BD66-807219D98522}" dt="2026-09-05T19:48:32.029" v="1327" actId="1076"/>
          <ac:picMkLst>
            <pc:docMk/>
            <pc:sldMk cId="0" sldId="319"/>
            <ac:picMk id="9" creationId="{00000000-0000-0000-0000-000000000000}"/>
          </ac:picMkLst>
        </pc:picChg>
      </pc:sldChg>
      <pc:sldChg chg="delSp modSp modNotesTx">
        <pc:chgData name="Spale, Jan" userId="6dc488dd-d6ab-43ea-8d46-afaf0bca8de6" providerId="ADAL" clId="{704A3473-8BE1-41F9-BD66-807219D98522}" dt="2026-09-05T19:49:53.977" v="1349" actId="1076"/>
        <pc:sldMkLst>
          <pc:docMk/>
          <pc:sldMk cId="0" sldId="320"/>
        </pc:sldMkLst>
        <pc:spChg chg="mod">
          <ac:chgData name="Spale, Jan" userId="6dc488dd-d6ab-43ea-8d46-afaf0bca8de6" providerId="ADAL" clId="{704A3473-8BE1-41F9-BD66-807219D98522}" dt="2026-09-05T19:49:23.628" v="1337" actId="1076"/>
          <ac:spMkLst>
            <pc:docMk/>
            <pc:sldMk cId="0" sldId="320"/>
            <ac:spMk id="4" creationId="{00000000-0000-0000-0000-000000000000}"/>
          </ac:spMkLst>
        </pc:spChg>
        <pc:spChg chg="mod">
          <ac:chgData name="Spale, Jan" userId="6dc488dd-d6ab-43ea-8d46-afaf0bca8de6" providerId="ADAL" clId="{704A3473-8BE1-41F9-BD66-807219D98522}" dt="2026-09-05T19:49:53.977" v="1349" actId="1076"/>
          <ac:spMkLst>
            <pc:docMk/>
            <pc:sldMk cId="0" sldId="320"/>
            <ac:spMk id="24" creationId="{00000000-0000-0000-0000-000000000000}"/>
          </ac:spMkLst>
        </pc:spChg>
        <pc:spChg chg="mod">
          <ac:chgData name="Spale, Jan" userId="6dc488dd-d6ab-43ea-8d46-afaf0bca8de6" providerId="ADAL" clId="{704A3473-8BE1-41F9-BD66-807219D98522}" dt="2026-09-05T19:49:51.152" v="1348" actId="1076"/>
          <ac:spMkLst>
            <pc:docMk/>
            <pc:sldMk cId="0" sldId="320"/>
            <ac:spMk id="25" creationId="{00000000-0000-0000-0000-000000000000}"/>
          </ac:spMkLst>
        </pc:spChg>
        <pc:picChg chg="mod">
          <ac:chgData name="Spale, Jan" userId="6dc488dd-d6ab-43ea-8d46-afaf0bca8de6" providerId="ADAL" clId="{704A3473-8BE1-41F9-BD66-807219D98522}" dt="2026-09-05T19:49:53.977" v="1349" actId="1076"/>
          <ac:picMkLst>
            <pc:docMk/>
            <pc:sldMk cId="0" sldId="320"/>
            <ac:picMk id="23" creationId="{00000000-0000-0000-0000-000000000000}"/>
          </ac:picMkLst>
        </pc:picChg>
      </pc:sldChg>
      <pc:sldChg chg="delSp modSp modNotesTx">
        <pc:chgData name="Spale, Jan" userId="6dc488dd-d6ab-43ea-8d46-afaf0bca8de6" providerId="ADAL" clId="{704A3473-8BE1-41F9-BD66-807219D98522}" dt="2026-09-05T19:51:12.705" v="1397" actId="20577"/>
        <pc:sldMkLst>
          <pc:docMk/>
          <pc:sldMk cId="0" sldId="322"/>
        </pc:sldMkLst>
        <pc:spChg chg="mod">
          <ac:chgData name="Spale, Jan" userId="6dc488dd-d6ab-43ea-8d46-afaf0bca8de6" providerId="ADAL" clId="{704A3473-8BE1-41F9-BD66-807219D98522}" dt="2026-09-05T19:50:48.022" v="1369" actId="1076"/>
          <ac:spMkLst>
            <pc:docMk/>
            <pc:sldMk cId="0" sldId="322"/>
            <ac:spMk id="4" creationId="{00000000-0000-0000-0000-000000000000}"/>
          </ac:spMkLst>
        </pc:spChg>
        <pc:spChg chg="mod">
          <ac:chgData name="Spale, Jan" userId="6dc488dd-d6ab-43ea-8d46-afaf0bca8de6" providerId="ADAL" clId="{704A3473-8BE1-41F9-BD66-807219D98522}" dt="2026-09-05T19:50:44.685" v="1368" actId="1076"/>
          <ac:spMkLst>
            <pc:docMk/>
            <pc:sldMk cId="0" sldId="322"/>
            <ac:spMk id="9" creationId="{00000000-0000-0000-0000-000000000000}"/>
          </ac:spMkLst>
        </pc:spChg>
        <pc:spChg chg="mod">
          <ac:chgData name="Spale, Jan" userId="6dc488dd-d6ab-43ea-8d46-afaf0bca8de6" providerId="ADAL" clId="{704A3473-8BE1-41F9-BD66-807219D98522}" dt="2026-09-05T19:50:44.685" v="1368" actId="1076"/>
          <ac:spMkLst>
            <pc:docMk/>
            <pc:sldMk cId="0" sldId="322"/>
            <ac:spMk id="10" creationId="{00000000-0000-0000-0000-000000000000}"/>
          </ac:spMkLst>
        </pc:spChg>
        <pc:spChg chg="mod">
          <ac:chgData name="Spale, Jan" userId="6dc488dd-d6ab-43ea-8d46-afaf0bca8de6" providerId="ADAL" clId="{704A3473-8BE1-41F9-BD66-807219D98522}" dt="2026-09-05T19:50:44.685" v="1368" actId="1076"/>
          <ac:spMkLst>
            <pc:docMk/>
            <pc:sldMk cId="0" sldId="322"/>
            <ac:spMk id="12" creationId="{00000000-0000-0000-0000-000000000000}"/>
          </ac:spMkLst>
        </pc:spChg>
        <pc:spChg chg="mod">
          <ac:chgData name="Spale, Jan" userId="6dc488dd-d6ab-43ea-8d46-afaf0bca8de6" providerId="ADAL" clId="{704A3473-8BE1-41F9-BD66-807219D98522}" dt="2026-09-05T19:50:44.685" v="1368" actId="1076"/>
          <ac:spMkLst>
            <pc:docMk/>
            <pc:sldMk cId="0" sldId="322"/>
            <ac:spMk id="13" creationId="{00000000-0000-0000-0000-000000000000}"/>
          </ac:spMkLst>
        </pc:spChg>
        <pc:spChg chg="mod">
          <ac:chgData name="Spale, Jan" userId="6dc488dd-d6ab-43ea-8d46-afaf0bca8de6" providerId="ADAL" clId="{704A3473-8BE1-41F9-BD66-807219D98522}" dt="2026-09-05T19:50:44.685" v="1368" actId="1076"/>
          <ac:spMkLst>
            <pc:docMk/>
            <pc:sldMk cId="0" sldId="322"/>
            <ac:spMk id="14" creationId="{00000000-0000-0000-0000-000000000000}"/>
          </ac:spMkLst>
        </pc:spChg>
        <pc:spChg chg="mod">
          <ac:chgData name="Spale, Jan" userId="6dc488dd-d6ab-43ea-8d46-afaf0bca8de6" providerId="ADAL" clId="{704A3473-8BE1-41F9-BD66-807219D98522}" dt="2026-09-05T19:51:02.469" v="1392" actId="20577"/>
          <ac:spMkLst>
            <pc:docMk/>
            <pc:sldMk cId="0" sldId="322"/>
            <ac:spMk id="16" creationId="{00000000-0000-0000-0000-000000000000}"/>
          </ac:spMkLst>
        </pc:spChg>
        <pc:spChg chg="mod">
          <ac:chgData name="Spale, Jan" userId="6dc488dd-d6ab-43ea-8d46-afaf0bca8de6" providerId="ADAL" clId="{704A3473-8BE1-41F9-BD66-807219D98522}" dt="2026-09-05T19:50:44.685" v="1368" actId="1076"/>
          <ac:spMkLst>
            <pc:docMk/>
            <pc:sldMk cId="0" sldId="322"/>
            <ac:spMk id="17" creationId="{00000000-0000-0000-0000-000000000000}"/>
          </ac:spMkLst>
        </pc:spChg>
        <pc:spChg chg="mod">
          <ac:chgData name="Spale, Jan" userId="6dc488dd-d6ab-43ea-8d46-afaf0bca8de6" providerId="ADAL" clId="{704A3473-8BE1-41F9-BD66-807219D98522}" dt="2026-09-05T19:50:44.685" v="1368" actId="1076"/>
          <ac:spMkLst>
            <pc:docMk/>
            <pc:sldMk cId="0" sldId="322"/>
            <ac:spMk id="18" creationId="{00000000-0000-0000-0000-000000000000}"/>
          </ac:spMkLst>
        </pc:spChg>
        <pc:spChg chg="mod">
          <ac:chgData name="Spale, Jan" userId="6dc488dd-d6ab-43ea-8d46-afaf0bca8de6" providerId="ADAL" clId="{704A3473-8BE1-41F9-BD66-807219D98522}" dt="2026-09-05T19:50:44.685" v="1368" actId="1076"/>
          <ac:spMkLst>
            <pc:docMk/>
            <pc:sldMk cId="0" sldId="322"/>
            <ac:spMk id="20" creationId="{00000000-0000-0000-0000-000000000000}"/>
          </ac:spMkLst>
        </pc:spChg>
        <pc:picChg chg="mod">
          <ac:chgData name="Spale, Jan" userId="6dc488dd-d6ab-43ea-8d46-afaf0bca8de6" providerId="ADAL" clId="{704A3473-8BE1-41F9-BD66-807219D98522}" dt="2026-09-05T19:50:44.685" v="1368" actId="1076"/>
          <ac:picMkLst>
            <pc:docMk/>
            <pc:sldMk cId="0" sldId="322"/>
            <ac:picMk id="11" creationId="{00000000-0000-0000-0000-000000000000}"/>
          </ac:picMkLst>
        </pc:picChg>
        <pc:picChg chg="mod">
          <ac:chgData name="Spale, Jan" userId="6dc488dd-d6ab-43ea-8d46-afaf0bca8de6" providerId="ADAL" clId="{704A3473-8BE1-41F9-BD66-807219D98522}" dt="2026-09-05T19:50:44.685" v="1368" actId="1076"/>
          <ac:picMkLst>
            <pc:docMk/>
            <pc:sldMk cId="0" sldId="322"/>
            <ac:picMk id="15" creationId="{00000000-0000-0000-0000-000000000000}"/>
          </ac:picMkLst>
        </pc:picChg>
        <pc:picChg chg="mod">
          <ac:chgData name="Spale, Jan" userId="6dc488dd-d6ab-43ea-8d46-afaf0bca8de6" providerId="ADAL" clId="{704A3473-8BE1-41F9-BD66-807219D98522}" dt="2026-09-05T19:50:44.685" v="1368" actId="1076"/>
          <ac:picMkLst>
            <pc:docMk/>
            <pc:sldMk cId="0" sldId="322"/>
            <ac:picMk id="19" creationId="{00000000-0000-0000-0000-000000000000}"/>
          </ac:picMkLst>
        </pc:picChg>
      </pc:sldChg>
      <pc:sldChg chg="delSp modSp modNotesTx">
        <pc:chgData name="Spale, Jan" userId="6dc488dd-d6ab-43ea-8d46-afaf0bca8de6" providerId="ADAL" clId="{704A3473-8BE1-41F9-BD66-807219D98522}" dt="2026-09-05T19:52:04.367" v="1432" actId="1076"/>
        <pc:sldMkLst>
          <pc:docMk/>
          <pc:sldMk cId="0" sldId="323"/>
        </pc:sldMkLst>
        <pc:spChg chg="mod">
          <ac:chgData name="Spale, Jan" userId="6dc488dd-d6ab-43ea-8d46-afaf0bca8de6" providerId="ADAL" clId="{704A3473-8BE1-41F9-BD66-807219D98522}" dt="2026-09-05T19:52:03.011" v="1431" actId="1076"/>
          <ac:spMkLst>
            <pc:docMk/>
            <pc:sldMk cId="0" sldId="323"/>
            <ac:spMk id="4" creationId="{00000000-0000-0000-0000-000000000000}"/>
          </ac:spMkLst>
        </pc:spChg>
        <pc:spChg chg="mod">
          <ac:chgData name="Spale, Jan" userId="6dc488dd-d6ab-43ea-8d46-afaf0bca8de6" providerId="ADAL" clId="{704A3473-8BE1-41F9-BD66-807219D98522}" dt="2026-09-05T19:51:59.895" v="1429" actId="1076"/>
          <ac:spMkLst>
            <pc:docMk/>
            <pc:sldMk cId="0" sldId="323"/>
            <ac:spMk id="10" creationId="{00000000-0000-0000-0000-000000000000}"/>
          </ac:spMkLst>
        </pc:spChg>
        <pc:spChg chg="mod">
          <ac:chgData name="Spale, Jan" userId="6dc488dd-d6ab-43ea-8d46-afaf0bca8de6" providerId="ADAL" clId="{704A3473-8BE1-41F9-BD66-807219D98522}" dt="2026-09-05T19:51:59.895" v="1429" actId="1076"/>
          <ac:spMkLst>
            <pc:docMk/>
            <pc:sldMk cId="0" sldId="323"/>
            <ac:spMk id="11" creationId="{00000000-0000-0000-0000-000000000000}"/>
          </ac:spMkLst>
        </pc:spChg>
        <pc:spChg chg="mod">
          <ac:chgData name="Spale, Jan" userId="6dc488dd-d6ab-43ea-8d46-afaf0bca8de6" providerId="ADAL" clId="{704A3473-8BE1-41F9-BD66-807219D98522}" dt="2026-09-05T19:51:59.895" v="1429" actId="1076"/>
          <ac:spMkLst>
            <pc:docMk/>
            <pc:sldMk cId="0" sldId="323"/>
            <ac:spMk id="12" creationId="{00000000-0000-0000-0000-000000000000}"/>
          </ac:spMkLst>
        </pc:spChg>
        <pc:spChg chg="mod">
          <ac:chgData name="Spale, Jan" userId="6dc488dd-d6ab-43ea-8d46-afaf0bca8de6" providerId="ADAL" clId="{704A3473-8BE1-41F9-BD66-807219D98522}" dt="2026-09-05T19:51:59.895" v="1429" actId="1076"/>
          <ac:spMkLst>
            <pc:docMk/>
            <pc:sldMk cId="0" sldId="323"/>
            <ac:spMk id="13" creationId="{00000000-0000-0000-0000-000000000000}"/>
          </ac:spMkLst>
        </pc:spChg>
        <pc:spChg chg="mod">
          <ac:chgData name="Spale, Jan" userId="6dc488dd-d6ab-43ea-8d46-afaf0bca8de6" providerId="ADAL" clId="{704A3473-8BE1-41F9-BD66-807219D98522}" dt="2026-09-05T19:51:59.895" v="1429" actId="1076"/>
          <ac:spMkLst>
            <pc:docMk/>
            <pc:sldMk cId="0" sldId="323"/>
            <ac:spMk id="14" creationId="{00000000-0000-0000-0000-000000000000}"/>
          </ac:spMkLst>
        </pc:spChg>
        <pc:spChg chg="mod">
          <ac:chgData name="Spale, Jan" userId="6dc488dd-d6ab-43ea-8d46-afaf0bca8de6" providerId="ADAL" clId="{704A3473-8BE1-41F9-BD66-807219D98522}" dt="2026-09-05T19:51:59.895" v="1429" actId="1076"/>
          <ac:spMkLst>
            <pc:docMk/>
            <pc:sldMk cId="0" sldId="323"/>
            <ac:spMk id="15" creationId="{00000000-0000-0000-0000-000000000000}"/>
          </ac:spMkLst>
        </pc:spChg>
        <pc:spChg chg="mod">
          <ac:chgData name="Spale, Jan" userId="6dc488dd-d6ab-43ea-8d46-afaf0bca8de6" providerId="ADAL" clId="{704A3473-8BE1-41F9-BD66-807219D98522}" dt="2026-09-05T19:51:59.895" v="1429" actId="1076"/>
          <ac:spMkLst>
            <pc:docMk/>
            <pc:sldMk cId="0" sldId="323"/>
            <ac:spMk id="16" creationId="{00000000-0000-0000-0000-000000000000}"/>
          </ac:spMkLst>
        </pc:spChg>
        <pc:spChg chg="mod">
          <ac:chgData name="Spale, Jan" userId="6dc488dd-d6ab-43ea-8d46-afaf0bca8de6" providerId="ADAL" clId="{704A3473-8BE1-41F9-BD66-807219D98522}" dt="2026-09-05T19:51:59.895" v="1429" actId="1076"/>
          <ac:spMkLst>
            <pc:docMk/>
            <pc:sldMk cId="0" sldId="323"/>
            <ac:spMk id="17" creationId="{00000000-0000-0000-0000-000000000000}"/>
          </ac:spMkLst>
        </pc:spChg>
        <pc:spChg chg="mod">
          <ac:chgData name="Spale, Jan" userId="6dc488dd-d6ab-43ea-8d46-afaf0bca8de6" providerId="ADAL" clId="{704A3473-8BE1-41F9-BD66-807219D98522}" dt="2026-09-05T19:51:59.895" v="1429" actId="1076"/>
          <ac:spMkLst>
            <pc:docMk/>
            <pc:sldMk cId="0" sldId="323"/>
            <ac:spMk id="18" creationId="{00000000-0000-0000-0000-000000000000}"/>
          </ac:spMkLst>
        </pc:spChg>
        <pc:spChg chg="mod">
          <ac:chgData name="Spale, Jan" userId="6dc488dd-d6ab-43ea-8d46-afaf0bca8de6" providerId="ADAL" clId="{704A3473-8BE1-41F9-BD66-807219D98522}" dt="2026-09-05T19:51:59.895" v="1429" actId="1076"/>
          <ac:spMkLst>
            <pc:docMk/>
            <pc:sldMk cId="0" sldId="323"/>
            <ac:spMk id="19" creationId="{00000000-0000-0000-0000-000000000000}"/>
          </ac:spMkLst>
        </pc:spChg>
        <pc:spChg chg="mod">
          <ac:chgData name="Spale, Jan" userId="6dc488dd-d6ab-43ea-8d46-afaf0bca8de6" providerId="ADAL" clId="{704A3473-8BE1-41F9-BD66-807219D98522}" dt="2026-09-05T19:51:59.895" v="1429" actId="1076"/>
          <ac:spMkLst>
            <pc:docMk/>
            <pc:sldMk cId="0" sldId="323"/>
            <ac:spMk id="20" creationId="{00000000-0000-0000-0000-000000000000}"/>
          </ac:spMkLst>
        </pc:spChg>
        <pc:spChg chg="mod">
          <ac:chgData name="Spale, Jan" userId="6dc488dd-d6ab-43ea-8d46-afaf0bca8de6" providerId="ADAL" clId="{704A3473-8BE1-41F9-BD66-807219D98522}" dt="2026-09-05T19:51:59.895" v="1429" actId="1076"/>
          <ac:spMkLst>
            <pc:docMk/>
            <pc:sldMk cId="0" sldId="323"/>
            <ac:spMk id="21" creationId="{00000000-0000-0000-0000-000000000000}"/>
          </ac:spMkLst>
        </pc:spChg>
        <pc:picChg chg="mod">
          <ac:chgData name="Spale, Jan" userId="6dc488dd-d6ab-43ea-8d46-afaf0bca8de6" providerId="ADAL" clId="{704A3473-8BE1-41F9-BD66-807219D98522}" dt="2026-09-05T19:52:04.367" v="1432" actId="1076"/>
          <ac:picMkLst>
            <pc:docMk/>
            <pc:sldMk cId="0" sldId="323"/>
            <ac:picMk id="9" creationId="{00000000-0000-0000-0000-000000000000}"/>
          </ac:picMkLst>
        </pc:picChg>
      </pc:sldChg>
      <pc:sldChg chg="delSp modSp modNotesTx">
        <pc:chgData name="Spale, Jan" userId="6dc488dd-d6ab-43ea-8d46-afaf0bca8de6" providerId="ADAL" clId="{704A3473-8BE1-41F9-BD66-807219D98522}" dt="2026-09-05T19:52:35.525" v="1443" actId="20577"/>
        <pc:sldMkLst>
          <pc:docMk/>
          <pc:sldMk cId="0" sldId="324"/>
        </pc:sldMkLst>
        <pc:spChg chg="mod">
          <ac:chgData name="Spale, Jan" userId="6dc488dd-d6ab-43ea-8d46-afaf0bca8de6" providerId="ADAL" clId="{704A3473-8BE1-41F9-BD66-807219D98522}" dt="2026-09-05T19:52:35.525" v="1443" actId="20577"/>
          <ac:spMkLst>
            <pc:docMk/>
            <pc:sldMk cId="0" sldId="324"/>
            <ac:spMk id="4" creationId="{00000000-0000-0000-0000-000000000000}"/>
          </ac:spMkLst>
        </pc:spChg>
        <pc:spChg chg="mod">
          <ac:chgData name="Spale, Jan" userId="6dc488dd-d6ab-43ea-8d46-afaf0bca8de6" providerId="ADAL" clId="{704A3473-8BE1-41F9-BD66-807219D98522}" dt="2026-09-05T19:52:25.685" v="1439" actId="1076"/>
          <ac:spMkLst>
            <pc:docMk/>
            <pc:sldMk cId="0" sldId="324"/>
            <ac:spMk id="10" creationId="{00000000-0000-0000-0000-000000000000}"/>
          </ac:spMkLst>
        </pc:spChg>
        <pc:picChg chg="mod">
          <ac:chgData name="Spale, Jan" userId="6dc488dd-d6ab-43ea-8d46-afaf0bca8de6" providerId="ADAL" clId="{704A3473-8BE1-41F9-BD66-807219D98522}" dt="2026-09-05T19:52:27.180" v="1440" actId="14100"/>
          <ac:picMkLst>
            <pc:docMk/>
            <pc:sldMk cId="0" sldId="324"/>
            <ac:picMk id="9" creationId="{00000000-0000-0000-0000-000000000000}"/>
          </ac:picMkLst>
        </pc:picChg>
      </pc:sldChg>
      <pc:sldChg chg="delSp modSp modNotesTx">
        <pc:chgData name="Spale, Jan" userId="6dc488dd-d6ab-43ea-8d46-afaf0bca8de6" providerId="ADAL" clId="{704A3473-8BE1-41F9-BD66-807219D98522}" dt="2026-09-05T19:54:18.138" v="1468" actId="14100"/>
        <pc:sldMkLst>
          <pc:docMk/>
          <pc:sldMk cId="0" sldId="326"/>
        </pc:sldMkLst>
        <pc:spChg chg="mod">
          <ac:chgData name="Spale, Jan" userId="6dc488dd-d6ab-43ea-8d46-afaf0bca8de6" providerId="ADAL" clId="{704A3473-8BE1-41F9-BD66-807219D98522}" dt="2026-09-05T19:54:00.654" v="1464" actId="1076"/>
          <ac:spMkLst>
            <pc:docMk/>
            <pc:sldMk cId="0" sldId="326"/>
            <ac:spMk id="4" creationId="{00000000-0000-0000-0000-000000000000}"/>
          </ac:spMkLst>
        </pc:spChg>
        <pc:spChg chg="mod">
          <ac:chgData name="Spale, Jan" userId="6dc488dd-d6ab-43ea-8d46-afaf0bca8de6" providerId="ADAL" clId="{704A3473-8BE1-41F9-BD66-807219D98522}" dt="2026-09-05T19:54:18.138" v="1468" actId="14100"/>
          <ac:spMkLst>
            <pc:docMk/>
            <pc:sldMk cId="0" sldId="326"/>
            <ac:spMk id="31" creationId="{00000000-0000-0000-0000-000000000000}"/>
          </ac:spMkLst>
        </pc:spChg>
      </pc:sldChg>
      <pc:sldChg chg="delSp modSp modNotesTx">
        <pc:chgData name="Spale, Jan" userId="6dc488dd-d6ab-43ea-8d46-afaf0bca8de6" providerId="ADAL" clId="{704A3473-8BE1-41F9-BD66-807219D98522}" dt="2026-09-05T19:54:53.973" v="1489" actId="1076"/>
        <pc:sldMkLst>
          <pc:docMk/>
          <pc:sldMk cId="0" sldId="327"/>
        </pc:sldMkLst>
        <pc:spChg chg="mod">
          <ac:chgData name="Spale, Jan" userId="6dc488dd-d6ab-43ea-8d46-afaf0bca8de6" providerId="ADAL" clId="{704A3473-8BE1-41F9-BD66-807219D98522}" dt="2026-09-05T19:54:53.973" v="1489" actId="1076"/>
          <ac:spMkLst>
            <pc:docMk/>
            <pc:sldMk cId="0" sldId="327"/>
            <ac:spMk id="22" creationId="{00000000-0000-0000-0000-000000000000}"/>
          </ac:spMkLst>
        </pc:spChg>
        <pc:picChg chg="mod">
          <ac:chgData name="Spale, Jan" userId="6dc488dd-d6ab-43ea-8d46-afaf0bca8de6" providerId="ADAL" clId="{704A3473-8BE1-41F9-BD66-807219D98522}" dt="2026-09-05T19:54:29.596" v="1471" actId="14100"/>
          <ac:picMkLst>
            <pc:docMk/>
            <pc:sldMk cId="0" sldId="327"/>
            <ac:picMk id="28" creationId="{00000000-0000-0000-0000-000000000000}"/>
          </ac:picMkLst>
        </pc:picChg>
        <pc:picChg chg="mod">
          <ac:chgData name="Spale, Jan" userId="6dc488dd-d6ab-43ea-8d46-afaf0bca8de6" providerId="ADAL" clId="{704A3473-8BE1-41F9-BD66-807219D98522}" dt="2026-09-05T19:54:34.084" v="1474" actId="1076"/>
          <ac:picMkLst>
            <pc:docMk/>
            <pc:sldMk cId="0" sldId="327"/>
            <ac:picMk id="29" creationId="{00000000-0000-0000-0000-000000000000}"/>
          </ac:picMkLst>
        </pc:picChg>
      </pc:sldChg>
      <pc:sldChg chg="delSp modSp modNotesTx">
        <pc:chgData name="Spale, Jan" userId="6dc488dd-d6ab-43ea-8d46-afaf0bca8de6" providerId="ADAL" clId="{704A3473-8BE1-41F9-BD66-807219D98522}" dt="2026-09-05T19:55:32.816" v="1496" actId="6549"/>
        <pc:sldMkLst>
          <pc:docMk/>
          <pc:sldMk cId="0" sldId="328"/>
        </pc:sldMkLst>
        <pc:spChg chg="mod">
          <ac:chgData name="Spale, Jan" userId="6dc488dd-d6ab-43ea-8d46-afaf0bca8de6" providerId="ADAL" clId="{704A3473-8BE1-41F9-BD66-807219D98522}" dt="2026-09-05T19:55:28.122" v="1495" actId="1076"/>
          <ac:spMkLst>
            <pc:docMk/>
            <pc:sldMk cId="0" sldId="328"/>
            <ac:spMk id="4" creationId="{00000000-0000-0000-0000-000000000000}"/>
          </ac:spMkLst>
        </pc:spChg>
        <pc:spChg chg="mod">
          <ac:chgData name="Spale, Jan" userId="6dc488dd-d6ab-43ea-8d46-afaf0bca8de6" providerId="ADAL" clId="{704A3473-8BE1-41F9-BD66-807219D98522}" dt="2026-09-05T19:55:24.287" v="1493" actId="1076"/>
          <ac:spMkLst>
            <pc:docMk/>
            <pc:sldMk cId="0" sldId="328"/>
            <ac:spMk id="9" creationId="{00000000-0000-0000-0000-000000000000}"/>
          </ac:spMkLst>
        </pc:spChg>
        <pc:spChg chg="mod">
          <ac:chgData name="Spale, Jan" userId="6dc488dd-d6ab-43ea-8d46-afaf0bca8de6" providerId="ADAL" clId="{704A3473-8BE1-41F9-BD66-807219D98522}" dt="2026-09-05T19:55:24.287" v="1493" actId="1076"/>
          <ac:spMkLst>
            <pc:docMk/>
            <pc:sldMk cId="0" sldId="328"/>
            <ac:spMk id="10" creationId="{00000000-0000-0000-0000-000000000000}"/>
          </ac:spMkLst>
        </pc:spChg>
        <pc:spChg chg="mod">
          <ac:chgData name="Spale, Jan" userId="6dc488dd-d6ab-43ea-8d46-afaf0bca8de6" providerId="ADAL" clId="{704A3473-8BE1-41F9-BD66-807219D98522}" dt="2026-09-05T19:55:24.287" v="1493" actId="1076"/>
          <ac:spMkLst>
            <pc:docMk/>
            <pc:sldMk cId="0" sldId="328"/>
            <ac:spMk id="11" creationId="{00000000-0000-0000-0000-000000000000}"/>
          </ac:spMkLst>
        </pc:spChg>
        <pc:spChg chg="mod">
          <ac:chgData name="Spale, Jan" userId="6dc488dd-d6ab-43ea-8d46-afaf0bca8de6" providerId="ADAL" clId="{704A3473-8BE1-41F9-BD66-807219D98522}" dt="2026-09-05T19:55:24.287" v="1493" actId="1076"/>
          <ac:spMkLst>
            <pc:docMk/>
            <pc:sldMk cId="0" sldId="328"/>
            <ac:spMk id="12" creationId="{00000000-0000-0000-0000-000000000000}"/>
          </ac:spMkLst>
        </pc:spChg>
        <pc:spChg chg="mod">
          <ac:chgData name="Spale, Jan" userId="6dc488dd-d6ab-43ea-8d46-afaf0bca8de6" providerId="ADAL" clId="{704A3473-8BE1-41F9-BD66-807219D98522}" dt="2026-09-05T19:55:24.287" v="1493" actId="1076"/>
          <ac:spMkLst>
            <pc:docMk/>
            <pc:sldMk cId="0" sldId="328"/>
            <ac:spMk id="13" creationId="{00000000-0000-0000-0000-000000000000}"/>
          </ac:spMkLst>
        </pc:spChg>
        <pc:spChg chg="mod">
          <ac:chgData name="Spale, Jan" userId="6dc488dd-d6ab-43ea-8d46-afaf0bca8de6" providerId="ADAL" clId="{704A3473-8BE1-41F9-BD66-807219D98522}" dt="2026-09-05T19:55:24.287" v="1493" actId="1076"/>
          <ac:spMkLst>
            <pc:docMk/>
            <pc:sldMk cId="0" sldId="328"/>
            <ac:spMk id="14" creationId="{00000000-0000-0000-0000-000000000000}"/>
          </ac:spMkLst>
        </pc:spChg>
        <pc:spChg chg="mod">
          <ac:chgData name="Spale, Jan" userId="6dc488dd-d6ab-43ea-8d46-afaf0bca8de6" providerId="ADAL" clId="{704A3473-8BE1-41F9-BD66-807219D98522}" dt="2026-09-05T19:55:24.287" v="1493" actId="1076"/>
          <ac:spMkLst>
            <pc:docMk/>
            <pc:sldMk cId="0" sldId="328"/>
            <ac:spMk id="15" creationId="{00000000-0000-0000-0000-000000000000}"/>
          </ac:spMkLst>
        </pc:spChg>
        <pc:spChg chg="mod">
          <ac:chgData name="Spale, Jan" userId="6dc488dd-d6ab-43ea-8d46-afaf0bca8de6" providerId="ADAL" clId="{704A3473-8BE1-41F9-BD66-807219D98522}" dt="2026-09-05T19:55:24.287" v="1493" actId="1076"/>
          <ac:spMkLst>
            <pc:docMk/>
            <pc:sldMk cId="0" sldId="328"/>
            <ac:spMk id="16" creationId="{00000000-0000-0000-0000-000000000000}"/>
          </ac:spMkLst>
        </pc:spChg>
        <pc:spChg chg="mod">
          <ac:chgData name="Spale, Jan" userId="6dc488dd-d6ab-43ea-8d46-afaf0bca8de6" providerId="ADAL" clId="{704A3473-8BE1-41F9-BD66-807219D98522}" dt="2026-09-05T19:55:24.287" v="1493" actId="1076"/>
          <ac:spMkLst>
            <pc:docMk/>
            <pc:sldMk cId="0" sldId="328"/>
            <ac:spMk id="17" creationId="{00000000-0000-0000-0000-000000000000}"/>
          </ac:spMkLst>
        </pc:spChg>
        <pc:spChg chg="mod">
          <ac:chgData name="Spale, Jan" userId="6dc488dd-d6ab-43ea-8d46-afaf0bca8de6" providerId="ADAL" clId="{704A3473-8BE1-41F9-BD66-807219D98522}" dt="2026-09-05T19:55:24.287" v="1493" actId="1076"/>
          <ac:spMkLst>
            <pc:docMk/>
            <pc:sldMk cId="0" sldId="328"/>
            <ac:spMk id="18" creationId="{00000000-0000-0000-0000-000000000000}"/>
          </ac:spMkLst>
        </pc:spChg>
        <pc:spChg chg="mod">
          <ac:chgData name="Spale, Jan" userId="6dc488dd-d6ab-43ea-8d46-afaf0bca8de6" providerId="ADAL" clId="{704A3473-8BE1-41F9-BD66-807219D98522}" dt="2026-09-05T19:55:24.287" v="1493" actId="1076"/>
          <ac:spMkLst>
            <pc:docMk/>
            <pc:sldMk cId="0" sldId="328"/>
            <ac:spMk id="19" creationId="{00000000-0000-0000-0000-000000000000}"/>
          </ac:spMkLst>
        </pc:spChg>
        <pc:spChg chg="mod">
          <ac:chgData name="Spale, Jan" userId="6dc488dd-d6ab-43ea-8d46-afaf0bca8de6" providerId="ADAL" clId="{704A3473-8BE1-41F9-BD66-807219D98522}" dt="2026-09-05T19:55:24.287" v="1493" actId="1076"/>
          <ac:spMkLst>
            <pc:docMk/>
            <pc:sldMk cId="0" sldId="328"/>
            <ac:spMk id="20" creationId="{00000000-0000-0000-0000-000000000000}"/>
          </ac:spMkLst>
        </pc:spChg>
        <pc:spChg chg="mod">
          <ac:chgData name="Spale, Jan" userId="6dc488dd-d6ab-43ea-8d46-afaf0bca8de6" providerId="ADAL" clId="{704A3473-8BE1-41F9-BD66-807219D98522}" dt="2026-09-05T19:55:24.287" v="1493" actId="1076"/>
          <ac:spMkLst>
            <pc:docMk/>
            <pc:sldMk cId="0" sldId="328"/>
            <ac:spMk id="21" creationId="{00000000-0000-0000-0000-000000000000}"/>
          </ac:spMkLst>
        </pc:spChg>
        <pc:spChg chg="mod">
          <ac:chgData name="Spale, Jan" userId="6dc488dd-d6ab-43ea-8d46-afaf0bca8de6" providerId="ADAL" clId="{704A3473-8BE1-41F9-BD66-807219D98522}" dt="2026-09-05T19:55:24.287" v="1493" actId="1076"/>
          <ac:spMkLst>
            <pc:docMk/>
            <pc:sldMk cId="0" sldId="328"/>
            <ac:spMk id="22" creationId="{00000000-0000-0000-0000-000000000000}"/>
          </ac:spMkLst>
        </pc:spChg>
        <pc:spChg chg="mod">
          <ac:chgData name="Spale, Jan" userId="6dc488dd-d6ab-43ea-8d46-afaf0bca8de6" providerId="ADAL" clId="{704A3473-8BE1-41F9-BD66-807219D98522}" dt="2026-09-05T19:55:24.287" v="1493" actId="1076"/>
          <ac:spMkLst>
            <pc:docMk/>
            <pc:sldMk cId="0" sldId="328"/>
            <ac:spMk id="23" creationId="{00000000-0000-0000-0000-000000000000}"/>
          </ac:spMkLst>
        </pc:spChg>
        <pc:spChg chg="mod">
          <ac:chgData name="Spale, Jan" userId="6dc488dd-d6ab-43ea-8d46-afaf0bca8de6" providerId="ADAL" clId="{704A3473-8BE1-41F9-BD66-807219D98522}" dt="2026-09-05T19:55:24.287" v="1493" actId="1076"/>
          <ac:spMkLst>
            <pc:docMk/>
            <pc:sldMk cId="0" sldId="328"/>
            <ac:spMk id="24" creationId="{00000000-0000-0000-0000-000000000000}"/>
          </ac:spMkLst>
        </pc:spChg>
        <pc:spChg chg="mod">
          <ac:chgData name="Spale, Jan" userId="6dc488dd-d6ab-43ea-8d46-afaf0bca8de6" providerId="ADAL" clId="{704A3473-8BE1-41F9-BD66-807219D98522}" dt="2026-09-05T19:55:24.287" v="1493" actId="1076"/>
          <ac:spMkLst>
            <pc:docMk/>
            <pc:sldMk cId="0" sldId="328"/>
            <ac:spMk id="25" creationId="{00000000-0000-0000-0000-000000000000}"/>
          </ac:spMkLst>
        </pc:spChg>
        <pc:spChg chg="mod">
          <ac:chgData name="Spale, Jan" userId="6dc488dd-d6ab-43ea-8d46-afaf0bca8de6" providerId="ADAL" clId="{704A3473-8BE1-41F9-BD66-807219D98522}" dt="2026-09-05T19:55:24.287" v="1493" actId="1076"/>
          <ac:spMkLst>
            <pc:docMk/>
            <pc:sldMk cId="0" sldId="328"/>
            <ac:spMk id="26" creationId="{00000000-0000-0000-0000-000000000000}"/>
          </ac:spMkLst>
        </pc:spChg>
        <pc:spChg chg="mod">
          <ac:chgData name="Spale, Jan" userId="6dc488dd-d6ab-43ea-8d46-afaf0bca8de6" providerId="ADAL" clId="{704A3473-8BE1-41F9-BD66-807219D98522}" dt="2026-09-05T19:55:24.287" v="1493" actId="1076"/>
          <ac:spMkLst>
            <pc:docMk/>
            <pc:sldMk cId="0" sldId="328"/>
            <ac:spMk id="27" creationId="{00000000-0000-0000-0000-000000000000}"/>
          </ac:spMkLst>
        </pc:spChg>
        <pc:spChg chg="mod">
          <ac:chgData name="Spale, Jan" userId="6dc488dd-d6ab-43ea-8d46-afaf0bca8de6" providerId="ADAL" clId="{704A3473-8BE1-41F9-BD66-807219D98522}" dt="2026-09-05T19:55:24.287" v="1493" actId="1076"/>
          <ac:spMkLst>
            <pc:docMk/>
            <pc:sldMk cId="0" sldId="328"/>
            <ac:spMk id="28" creationId="{00000000-0000-0000-0000-000000000000}"/>
          </ac:spMkLst>
        </pc:spChg>
        <pc:spChg chg="mod">
          <ac:chgData name="Spale, Jan" userId="6dc488dd-d6ab-43ea-8d46-afaf0bca8de6" providerId="ADAL" clId="{704A3473-8BE1-41F9-BD66-807219D98522}" dt="2026-09-05T19:55:24.287" v="1493" actId="1076"/>
          <ac:spMkLst>
            <pc:docMk/>
            <pc:sldMk cId="0" sldId="328"/>
            <ac:spMk id="29" creationId="{00000000-0000-0000-0000-000000000000}"/>
          </ac:spMkLst>
        </pc:spChg>
        <pc:spChg chg="mod">
          <ac:chgData name="Spale, Jan" userId="6dc488dd-d6ab-43ea-8d46-afaf0bca8de6" providerId="ADAL" clId="{704A3473-8BE1-41F9-BD66-807219D98522}" dt="2026-09-05T19:55:24.287" v="1493" actId="1076"/>
          <ac:spMkLst>
            <pc:docMk/>
            <pc:sldMk cId="0" sldId="328"/>
            <ac:spMk id="30" creationId="{00000000-0000-0000-0000-000000000000}"/>
          </ac:spMkLst>
        </pc:spChg>
        <pc:spChg chg="mod">
          <ac:chgData name="Spale, Jan" userId="6dc488dd-d6ab-43ea-8d46-afaf0bca8de6" providerId="ADAL" clId="{704A3473-8BE1-41F9-BD66-807219D98522}" dt="2026-09-05T19:55:24.287" v="1493" actId="1076"/>
          <ac:spMkLst>
            <pc:docMk/>
            <pc:sldMk cId="0" sldId="328"/>
            <ac:spMk id="31" creationId="{00000000-0000-0000-0000-000000000000}"/>
          </ac:spMkLst>
        </pc:spChg>
        <pc:spChg chg="mod">
          <ac:chgData name="Spale, Jan" userId="6dc488dd-d6ab-43ea-8d46-afaf0bca8de6" providerId="ADAL" clId="{704A3473-8BE1-41F9-BD66-807219D98522}" dt="2026-09-05T19:55:24.287" v="1493" actId="1076"/>
          <ac:spMkLst>
            <pc:docMk/>
            <pc:sldMk cId="0" sldId="328"/>
            <ac:spMk id="32" creationId="{00000000-0000-0000-0000-000000000000}"/>
          </ac:spMkLst>
        </pc:spChg>
        <pc:spChg chg="mod">
          <ac:chgData name="Spale, Jan" userId="6dc488dd-d6ab-43ea-8d46-afaf0bca8de6" providerId="ADAL" clId="{704A3473-8BE1-41F9-BD66-807219D98522}" dt="2026-09-05T19:55:24.287" v="1493" actId="1076"/>
          <ac:spMkLst>
            <pc:docMk/>
            <pc:sldMk cId="0" sldId="328"/>
            <ac:spMk id="33" creationId="{00000000-0000-0000-0000-000000000000}"/>
          </ac:spMkLst>
        </pc:spChg>
        <pc:spChg chg="mod">
          <ac:chgData name="Spale, Jan" userId="6dc488dd-d6ab-43ea-8d46-afaf0bca8de6" providerId="ADAL" clId="{704A3473-8BE1-41F9-BD66-807219D98522}" dt="2026-09-05T19:55:24.287" v="1493" actId="1076"/>
          <ac:spMkLst>
            <pc:docMk/>
            <pc:sldMk cId="0" sldId="328"/>
            <ac:spMk id="34" creationId="{00000000-0000-0000-0000-000000000000}"/>
          </ac:spMkLst>
        </pc:spChg>
        <pc:spChg chg="mod">
          <ac:chgData name="Spale, Jan" userId="6dc488dd-d6ab-43ea-8d46-afaf0bca8de6" providerId="ADAL" clId="{704A3473-8BE1-41F9-BD66-807219D98522}" dt="2026-09-05T19:55:24.287" v="1493" actId="1076"/>
          <ac:spMkLst>
            <pc:docMk/>
            <pc:sldMk cId="0" sldId="328"/>
            <ac:spMk id="35" creationId="{00000000-0000-0000-0000-000000000000}"/>
          </ac:spMkLst>
        </pc:spChg>
        <pc:spChg chg="mod">
          <ac:chgData name="Spale, Jan" userId="6dc488dd-d6ab-43ea-8d46-afaf0bca8de6" providerId="ADAL" clId="{704A3473-8BE1-41F9-BD66-807219D98522}" dt="2026-09-05T19:55:24.287" v="1493" actId="1076"/>
          <ac:spMkLst>
            <pc:docMk/>
            <pc:sldMk cId="0" sldId="328"/>
            <ac:spMk id="36" creationId="{00000000-0000-0000-0000-000000000000}"/>
          </ac:spMkLst>
        </pc:spChg>
        <pc:spChg chg="mod">
          <ac:chgData name="Spale, Jan" userId="6dc488dd-d6ab-43ea-8d46-afaf0bca8de6" providerId="ADAL" clId="{704A3473-8BE1-41F9-BD66-807219D98522}" dt="2026-09-05T19:55:24.287" v="1493" actId="1076"/>
          <ac:spMkLst>
            <pc:docMk/>
            <pc:sldMk cId="0" sldId="328"/>
            <ac:spMk id="37" creationId="{00000000-0000-0000-0000-000000000000}"/>
          </ac:spMkLst>
        </pc:spChg>
        <pc:spChg chg="mod">
          <ac:chgData name="Spale, Jan" userId="6dc488dd-d6ab-43ea-8d46-afaf0bca8de6" providerId="ADAL" clId="{704A3473-8BE1-41F9-BD66-807219D98522}" dt="2026-09-05T19:55:24.287" v="1493" actId="1076"/>
          <ac:spMkLst>
            <pc:docMk/>
            <pc:sldMk cId="0" sldId="328"/>
            <ac:spMk id="38" creationId="{00000000-0000-0000-0000-000000000000}"/>
          </ac:spMkLst>
        </pc:spChg>
        <pc:spChg chg="mod">
          <ac:chgData name="Spale, Jan" userId="6dc488dd-d6ab-43ea-8d46-afaf0bca8de6" providerId="ADAL" clId="{704A3473-8BE1-41F9-BD66-807219D98522}" dt="2026-09-05T19:55:24.287" v="1493" actId="1076"/>
          <ac:spMkLst>
            <pc:docMk/>
            <pc:sldMk cId="0" sldId="328"/>
            <ac:spMk id="39" creationId="{00000000-0000-0000-0000-000000000000}"/>
          </ac:spMkLst>
        </pc:spChg>
        <pc:spChg chg="mod">
          <ac:chgData name="Spale, Jan" userId="6dc488dd-d6ab-43ea-8d46-afaf0bca8de6" providerId="ADAL" clId="{704A3473-8BE1-41F9-BD66-807219D98522}" dt="2026-09-05T19:55:24.287" v="1493" actId="1076"/>
          <ac:spMkLst>
            <pc:docMk/>
            <pc:sldMk cId="0" sldId="328"/>
            <ac:spMk id="40" creationId="{00000000-0000-0000-0000-000000000000}"/>
          </ac:spMkLst>
        </pc:spChg>
        <pc:spChg chg="mod">
          <ac:chgData name="Spale, Jan" userId="6dc488dd-d6ab-43ea-8d46-afaf0bca8de6" providerId="ADAL" clId="{704A3473-8BE1-41F9-BD66-807219D98522}" dt="2026-09-05T19:55:24.287" v="1493" actId="1076"/>
          <ac:spMkLst>
            <pc:docMk/>
            <pc:sldMk cId="0" sldId="328"/>
            <ac:spMk id="41" creationId="{00000000-0000-0000-0000-000000000000}"/>
          </ac:spMkLst>
        </pc:spChg>
        <pc:spChg chg="mod">
          <ac:chgData name="Spale, Jan" userId="6dc488dd-d6ab-43ea-8d46-afaf0bca8de6" providerId="ADAL" clId="{704A3473-8BE1-41F9-BD66-807219D98522}" dt="2026-09-05T19:55:24.287" v="1493" actId="1076"/>
          <ac:spMkLst>
            <pc:docMk/>
            <pc:sldMk cId="0" sldId="328"/>
            <ac:spMk id="42" creationId="{00000000-0000-0000-0000-000000000000}"/>
          </ac:spMkLst>
        </pc:spChg>
        <pc:spChg chg="mod">
          <ac:chgData name="Spale, Jan" userId="6dc488dd-d6ab-43ea-8d46-afaf0bca8de6" providerId="ADAL" clId="{704A3473-8BE1-41F9-BD66-807219D98522}" dt="2026-09-05T19:55:24.287" v="1493" actId="1076"/>
          <ac:spMkLst>
            <pc:docMk/>
            <pc:sldMk cId="0" sldId="328"/>
            <ac:spMk id="43" creationId="{00000000-0000-0000-0000-000000000000}"/>
          </ac:spMkLst>
        </pc:spChg>
        <pc:spChg chg="mod">
          <ac:chgData name="Spale, Jan" userId="6dc488dd-d6ab-43ea-8d46-afaf0bca8de6" providerId="ADAL" clId="{704A3473-8BE1-41F9-BD66-807219D98522}" dt="2026-09-05T19:55:24.287" v="1493" actId="1076"/>
          <ac:spMkLst>
            <pc:docMk/>
            <pc:sldMk cId="0" sldId="328"/>
            <ac:spMk id="44" creationId="{00000000-0000-0000-0000-000000000000}"/>
          </ac:spMkLst>
        </pc:spChg>
        <pc:spChg chg="mod">
          <ac:chgData name="Spale, Jan" userId="6dc488dd-d6ab-43ea-8d46-afaf0bca8de6" providerId="ADAL" clId="{704A3473-8BE1-41F9-BD66-807219D98522}" dt="2026-09-05T19:55:24.287" v="1493" actId="1076"/>
          <ac:spMkLst>
            <pc:docMk/>
            <pc:sldMk cId="0" sldId="328"/>
            <ac:spMk id="45" creationId="{00000000-0000-0000-0000-000000000000}"/>
          </ac:spMkLst>
        </pc:spChg>
        <pc:spChg chg="mod">
          <ac:chgData name="Spale, Jan" userId="6dc488dd-d6ab-43ea-8d46-afaf0bca8de6" providerId="ADAL" clId="{704A3473-8BE1-41F9-BD66-807219D98522}" dt="2026-09-05T19:55:24.287" v="1493" actId="1076"/>
          <ac:spMkLst>
            <pc:docMk/>
            <pc:sldMk cId="0" sldId="328"/>
            <ac:spMk id="46" creationId="{00000000-0000-0000-0000-000000000000}"/>
          </ac:spMkLst>
        </pc:spChg>
        <pc:spChg chg="mod">
          <ac:chgData name="Spale, Jan" userId="6dc488dd-d6ab-43ea-8d46-afaf0bca8de6" providerId="ADAL" clId="{704A3473-8BE1-41F9-BD66-807219D98522}" dt="2026-09-05T19:55:24.287" v="1493" actId="1076"/>
          <ac:spMkLst>
            <pc:docMk/>
            <pc:sldMk cId="0" sldId="328"/>
            <ac:spMk id="47" creationId="{00000000-0000-0000-0000-000000000000}"/>
          </ac:spMkLst>
        </pc:spChg>
        <pc:spChg chg="mod">
          <ac:chgData name="Spale, Jan" userId="6dc488dd-d6ab-43ea-8d46-afaf0bca8de6" providerId="ADAL" clId="{704A3473-8BE1-41F9-BD66-807219D98522}" dt="2026-09-05T19:55:24.287" v="1493" actId="1076"/>
          <ac:spMkLst>
            <pc:docMk/>
            <pc:sldMk cId="0" sldId="328"/>
            <ac:spMk id="48" creationId="{00000000-0000-0000-0000-000000000000}"/>
          </ac:spMkLst>
        </pc:spChg>
        <pc:spChg chg="mod">
          <ac:chgData name="Spale, Jan" userId="6dc488dd-d6ab-43ea-8d46-afaf0bca8de6" providerId="ADAL" clId="{704A3473-8BE1-41F9-BD66-807219D98522}" dt="2026-09-05T19:55:24.287" v="1493" actId="1076"/>
          <ac:spMkLst>
            <pc:docMk/>
            <pc:sldMk cId="0" sldId="328"/>
            <ac:spMk id="49" creationId="{00000000-0000-0000-0000-000000000000}"/>
          </ac:spMkLst>
        </pc:spChg>
        <pc:spChg chg="mod">
          <ac:chgData name="Spale, Jan" userId="6dc488dd-d6ab-43ea-8d46-afaf0bca8de6" providerId="ADAL" clId="{704A3473-8BE1-41F9-BD66-807219D98522}" dt="2026-09-05T19:55:24.287" v="1493" actId="1076"/>
          <ac:spMkLst>
            <pc:docMk/>
            <pc:sldMk cId="0" sldId="328"/>
            <ac:spMk id="50" creationId="{00000000-0000-0000-0000-000000000000}"/>
          </ac:spMkLst>
        </pc:spChg>
        <pc:spChg chg="mod">
          <ac:chgData name="Spale, Jan" userId="6dc488dd-d6ab-43ea-8d46-afaf0bca8de6" providerId="ADAL" clId="{704A3473-8BE1-41F9-BD66-807219D98522}" dt="2026-09-05T19:55:24.287" v="1493" actId="1076"/>
          <ac:spMkLst>
            <pc:docMk/>
            <pc:sldMk cId="0" sldId="328"/>
            <ac:spMk id="51" creationId="{00000000-0000-0000-0000-000000000000}"/>
          </ac:spMkLst>
        </pc:spChg>
        <pc:spChg chg="mod">
          <ac:chgData name="Spale, Jan" userId="6dc488dd-d6ab-43ea-8d46-afaf0bca8de6" providerId="ADAL" clId="{704A3473-8BE1-41F9-BD66-807219D98522}" dt="2026-09-05T19:55:24.287" v="1493" actId="1076"/>
          <ac:spMkLst>
            <pc:docMk/>
            <pc:sldMk cId="0" sldId="328"/>
            <ac:spMk id="52" creationId="{00000000-0000-0000-0000-000000000000}"/>
          </ac:spMkLst>
        </pc:spChg>
        <pc:spChg chg="mod">
          <ac:chgData name="Spale, Jan" userId="6dc488dd-d6ab-43ea-8d46-afaf0bca8de6" providerId="ADAL" clId="{704A3473-8BE1-41F9-BD66-807219D98522}" dt="2026-09-05T19:55:24.287" v="1493" actId="1076"/>
          <ac:spMkLst>
            <pc:docMk/>
            <pc:sldMk cId="0" sldId="328"/>
            <ac:spMk id="53" creationId="{00000000-0000-0000-0000-000000000000}"/>
          </ac:spMkLst>
        </pc:spChg>
        <pc:spChg chg="mod">
          <ac:chgData name="Spale, Jan" userId="6dc488dd-d6ab-43ea-8d46-afaf0bca8de6" providerId="ADAL" clId="{704A3473-8BE1-41F9-BD66-807219D98522}" dt="2026-09-05T19:55:24.287" v="1493" actId="1076"/>
          <ac:spMkLst>
            <pc:docMk/>
            <pc:sldMk cId="0" sldId="328"/>
            <ac:spMk id="54" creationId="{00000000-0000-0000-0000-000000000000}"/>
          </ac:spMkLst>
        </pc:spChg>
        <pc:spChg chg="mod">
          <ac:chgData name="Spale, Jan" userId="6dc488dd-d6ab-43ea-8d46-afaf0bca8de6" providerId="ADAL" clId="{704A3473-8BE1-41F9-BD66-807219D98522}" dt="2026-09-05T19:55:24.287" v="1493" actId="1076"/>
          <ac:spMkLst>
            <pc:docMk/>
            <pc:sldMk cId="0" sldId="328"/>
            <ac:spMk id="55" creationId="{00000000-0000-0000-0000-000000000000}"/>
          </ac:spMkLst>
        </pc:spChg>
        <pc:spChg chg="mod">
          <ac:chgData name="Spale, Jan" userId="6dc488dd-d6ab-43ea-8d46-afaf0bca8de6" providerId="ADAL" clId="{704A3473-8BE1-41F9-BD66-807219D98522}" dt="2026-09-05T19:55:24.287" v="1493" actId="1076"/>
          <ac:spMkLst>
            <pc:docMk/>
            <pc:sldMk cId="0" sldId="328"/>
            <ac:spMk id="56" creationId="{00000000-0000-0000-0000-000000000000}"/>
          </ac:spMkLst>
        </pc:spChg>
        <pc:spChg chg="mod">
          <ac:chgData name="Spale, Jan" userId="6dc488dd-d6ab-43ea-8d46-afaf0bca8de6" providerId="ADAL" clId="{704A3473-8BE1-41F9-BD66-807219D98522}" dt="2026-09-05T19:55:24.287" v="1493" actId="1076"/>
          <ac:spMkLst>
            <pc:docMk/>
            <pc:sldMk cId="0" sldId="328"/>
            <ac:spMk id="57" creationId="{00000000-0000-0000-0000-000000000000}"/>
          </ac:spMkLst>
        </pc:spChg>
        <pc:spChg chg="mod">
          <ac:chgData name="Spale, Jan" userId="6dc488dd-d6ab-43ea-8d46-afaf0bca8de6" providerId="ADAL" clId="{704A3473-8BE1-41F9-BD66-807219D98522}" dt="2026-09-05T19:55:24.287" v="1493" actId="1076"/>
          <ac:spMkLst>
            <pc:docMk/>
            <pc:sldMk cId="0" sldId="328"/>
            <ac:spMk id="58" creationId="{00000000-0000-0000-0000-000000000000}"/>
          </ac:spMkLst>
        </pc:spChg>
        <pc:spChg chg="mod">
          <ac:chgData name="Spale, Jan" userId="6dc488dd-d6ab-43ea-8d46-afaf0bca8de6" providerId="ADAL" clId="{704A3473-8BE1-41F9-BD66-807219D98522}" dt="2026-09-05T19:55:24.287" v="1493" actId="1076"/>
          <ac:spMkLst>
            <pc:docMk/>
            <pc:sldMk cId="0" sldId="328"/>
            <ac:spMk id="59" creationId="{00000000-0000-0000-0000-000000000000}"/>
          </ac:spMkLst>
        </pc:spChg>
        <pc:spChg chg="mod">
          <ac:chgData name="Spale, Jan" userId="6dc488dd-d6ab-43ea-8d46-afaf0bca8de6" providerId="ADAL" clId="{704A3473-8BE1-41F9-BD66-807219D98522}" dt="2026-09-05T19:55:24.287" v="1493" actId="1076"/>
          <ac:spMkLst>
            <pc:docMk/>
            <pc:sldMk cId="0" sldId="328"/>
            <ac:spMk id="60" creationId="{00000000-0000-0000-0000-000000000000}"/>
          </ac:spMkLst>
        </pc:spChg>
      </pc:sldChg>
      <pc:sldChg chg="delSp modSp modNotesTx">
        <pc:chgData name="Spale, Jan" userId="6dc488dd-d6ab-43ea-8d46-afaf0bca8de6" providerId="ADAL" clId="{704A3473-8BE1-41F9-BD66-807219D98522}" dt="2026-09-05T19:57:06.224" v="1588" actId="1076"/>
        <pc:sldMkLst>
          <pc:docMk/>
          <pc:sldMk cId="0" sldId="330"/>
        </pc:sldMkLst>
        <pc:spChg chg="mod">
          <ac:chgData name="Spale, Jan" userId="6dc488dd-d6ab-43ea-8d46-afaf0bca8de6" providerId="ADAL" clId="{704A3473-8BE1-41F9-BD66-807219D98522}" dt="2026-09-05T19:56:37.946" v="1568" actId="1076"/>
          <ac:spMkLst>
            <pc:docMk/>
            <pc:sldMk cId="0" sldId="330"/>
            <ac:spMk id="4" creationId="{00000000-0000-0000-0000-000000000000}"/>
          </ac:spMkLst>
        </pc:spChg>
        <pc:spChg chg="mod">
          <ac:chgData name="Spale, Jan" userId="6dc488dd-d6ab-43ea-8d46-afaf0bca8de6" providerId="ADAL" clId="{704A3473-8BE1-41F9-BD66-807219D98522}" dt="2026-09-05T19:57:02.823" v="1587" actId="20577"/>
          <ac:spMkLst>
            <pc:docMk/>
            <pc:sldMk cId="0" sldId="330"/>
            <ac:spMk id="28" creationId="{00000000-0000-0000-0000-000000000000}"/>
          </ac:spMkLst>
        </pc:spChg>
        <pc:spChg chg="mod">
          <ac:chgData name="Spale, Jan" userId="6dc488dd-d6ab-43ea-8d46-afaf0bca8de6" providerId="ADAL" clId="{704A3473-8BE1-41F9-BD66-807219D98522}" dt="2026-09-05T19:57:06.224" v="1588" actId="1076"/>
          <ac:spMkLst>
            <pc:docMk/>
            <pc:sldMk cId="0" sldId="330"/>
            <ac:spMk id="29" creationId="{00000000-0000-0000-0000-000000000000}"/>
          </ac:spMkLst>
        </pc:spChg>
      </pc:sldChg>
      <pc:sldChg chg="delSp modSp modNotesTx">
        <pc:chgData name="Spale, Jan" userId="6dc488dd-d6ab-43ea-8d46-afaf0bca8de6" providerId="ADAL" clId="{704A3473-8BE1-41F9-BD66-807219D98522}" dt="2026-09-05T20:09:00.785" v="1671" actId="1076"/>
        <pc:sldMkLst>
          <pc:docMk/>
          <pc:sldMk cId="0" sldId="333"/>
        </pc:sldMkLst>
        <pc:spChg chg="mod">
          <ac:chgData name="Spale, Jan" userId="6dc488dd-d6ab-43ea-8d46-afaf0bca8de6" providerId="ADAL" clId="{704A3473-8BE1-41F9-BD66-807219D98522}" dt="2026-09-05T20:09:00.785" v="1671" actId="1076"/>
          <ac:spMkLst>
            <pc:docMk/>
            <pc:sldMk cId="0" sldId="333"/>
            <ac:spMk id="4" creationId="{00000000-0000-0000-0000-000000000000}"/>
          </ac:spMkLst>
        </pc:spChg>
        <pc:spChg chg="mod">
          <ac:chgData name="Spale, Jan" userId="6dc488dd-d6ab-43ea-8d46-afaf0bca8de6" providerId="ADAL" clId="{704A3473-8BE1-41F9-BD66-807219D98522}" dt="2026-09-05T20:08:58.989" v="1670" actId="1076"/>
          <ac:spMkLst>
            <pc:docMk/>
            <pc:sldMk cId="0" sldId="333"/>
            <ac:spMk id="9" creationId="{00000000-0000-0000-0000-000000000000}"/>
          </ac:spMkLst>
        </pc:spChg>
        <pc:spChg chg="mod">
          <ac:chgData name="Spale, Jan" userId="6dc488dd-d6ab-43ea-8d46-afaf0bca8de6" providerId="ADAL" clId="{704A3473-8BE1-41F9-BD66-807219D98522}" dt="2026-09-05T20:08:58.989" v="1670" actId="1076"/>
          <ac:spMkLst>
            <pc:docMk/>
            <pc:sldMk cId="0" sldId="333"/>
            <ac:spMk id="10" creationId="{00000000-0000-0000-0000-000000000000}"/>
          </ac:spMkLst>
        </pc:spChg>
        <pc:spChg chg="mod">
          <ac:chgData name="Spale, Jan" userId="6dc488dd-d6ab-43ea-8d46-afaf0bca8de6" providerId="ADAL" clId="{704A3473-8BE1-41F9-BD66-807219D98522}" dt="2026-09-05T20:08:58.989" v="1670" actId="1076"/>
          <ac:spMkLst>
            <pc:docMk/>
            <pc:sldMk cId="0" sldId="333"/>
            <ac:spMk id="12" creationId="{00000000-0000-0000-0000-000000000000}"/>
          </ac:spMkLst>
        </pc:spChg>
        <pc:spChg chg="mod">
          <ac:chgData name="Spale, Jan" userId="6dc488dd-d6ab-43ea-8d46-afaf0bca8de6" providerId="ADAL" clId="{704A3473-8BE1-41F9-BD66-807219D98522}" dt="2026-09-05T20:08:58.989" v="1670" actId="1076"/>
          <ac:spMkLst>
            <pc:docMk/>
            <pc:sldMk cId="0" sldId="333"/>
            <ac:spMk id="13" creationId="{00000000-0000-0000-0000-000000000000}"/>
          </ac:spMkLst>
        </pc:spChg>
        <pc:spChg chg="mod">
          <ac:chgData name="Spale, Jan" userId="6dc488dd-d6ab-43ea-8d46-afaf0bca8de6" providerId="ADAL" clId="{704A3473-8BE1-41F9-BD66-807219D98522}" dt="2026-09-05T20:08:58.989" v="1670" actId="1076"/>
          <ac:spMkLst>
            <pc:docMk/>
            <pc:sldMk cId="0" sldId="333"/>
            <ac:spMk id="14" creationId="{00000000-0000-0000-0000-000000000000}"/>
          </ac:spMkLst>
        </pc:spChg>
        <pc:spChg chg="mod">
          <ac:chgData name="Spale, Jan" userId="6dc488dd-d6ab-43ea-8d46-afaf0bca8de6" providerId="ADAL" clId="{704A3473-8BE1-41F9-BD66-807219D98522}" dt="2026-09-05T20:08:58.989" v="1670" actId="1076"/>
          <ac:spMkLst>
            <pc:docMk/>
            <pc:sldMk cId="0" sldId="333"/>
            <ac:spMk id="16" creationId="{00000000-0000-0000-0000-000000000000}"/>
          </ac:spMkLst>
        </pc:spChg>
        <pc:spChg chg="mod">
          <ac:chgData name="Spale, Jan" userId="6dc488dd-d6ab-43ea-8d46-afaf0bca8de6" providerId="ADAL" clId="{704A3473-8BE1-41F9-BD66-807219D98522}" dt="2026-09-05T20:08:58.989" v="1670" actId="1076"/>
          <ac:spMkLst>
            <pc:docMk/>
            <pc:sldMk cId="0" sldId="333"/>
            <ac:spMk id="17" creationId="{00000000-0000-0000-0000-000000000000}"/>
          </ac:spMkLst>
        </pc:spChg>
        <pc:spChg chg="mod">
          <ac:chgData name="Spale, Jan" userId="6dc488dd-d6ab-43ea-8d46-afaf0bca8de6" providerId="ADAL" clId="{704A3473-8BE1-41F9-BD66-807219D98522}" dt="2026-09-05T20:08:58.989" v="1670" actId="1076"/>
          <ac:spMkLst>
            <pc:docMk/>
            <pc:sldMk cId="0" sldId="333"/>
            <ac:spMk id="18" creationId="{00000000-0000-0000-0000-000000000000}"/>
          </ac:spMkLst>
        </pc:spChg>
        <pc:spChg chg="mod">
          <ac:chgData name="Spale, Jan" userId="6dc488dd-d6ab-43ea-8d46-afaf0bca8de6" providerId="ADAL" clId="{704A3473-8BE1-41F9-BD66-807219D98522}" dt="2026-09-05T20:08:58.989" v="1670" actId="1076"/>
          <ac:spMkLst>
            <pc:docMk/>
            <pc:sldMk cId="0" sldId="333"/>
            <ac:spMk id="20" creationId="{00000000-0000-0000-0000-000000000000}"/>
          </ac:spMkLst>
        </pc:spChg>
        <pc:picChg chg="mod">
          <ac:chgData name="Spale, Jan" userId="6dc488dd-d6ab-43ea-8d46-afaf0bca8de6" providerId="ADAL" clId="{704A3473-8BE1-41F9-BD66-807219D98522}" dt="2026-09-05T20:08:58.989" v="1670" actId="1076"/>
          <ac:picMkLst>
            <pc:docMk/>
            <pc:sldMk cId="0" sldId="333"/>
            <ac:picMk id="11" creationId="{00000000-0000-0000-0000-000000000000}"/>
          </ac:picMkLst>
        </pc:picChg>
        <pc:picChg chg="mod">
          <ac:chgData name="Spale, Jan" userId="6dc488dd-d6ab-43ea-8d46-afaf0bca8de6" providerId="ADAL" clId="{704A3473-8BE1-41F9-BD66-807219D98522}" dt="2026-09-05T20:08:58.989" v="1670" actId="1076"/>
          <ac:picMkLst>
            <pc:docMk/>
            <pc:sldMk cId="0" sldId="333"/>
            <ac:picMk id="15" creationId="{00000000-0000-0000-0000-000000000000}"/>
          </ac:picMkLst>
        </pc:picChg>
        <pc:picChg chg="mod">
          <ac:chgData name="Spale, Jan" userId="6dc488dd-d6ab-43ea-8d46-afaf0bca8de6" providerId="ADAL" clId="{704A3473-8BE1-41F9-BD66-807219D98522}" dt="2026-09-05T20:08:58.989" v="1670" actId="1076"/>
          <ac:picMkLst>
            <pc:docMk/>
            <pc:sldMk cId="0" sldId="333"/>
            <ac:picMk id="19" creationId="{00000000-0000-0000-0000-000000000000}"/>
          </ac:picMkLst>
        </pc:picChg>
      </pc:sldChg>
    </pc:docChg>
  </pc:docChgLst>
  <pc:docChgLst>
    <pc:chgData name="Spale, Jan" userId="6dc488dd-d6ab-43ea-8d46-afaf0bca8de6" providerId="ADAL" clId="{4C9A48A7-D7E7-4A2F-984C-CC86151431C5}"/>
    <pc:docChg chg="undo custSel addSld delSld modSld sldOrd modMainMaster">
      <pc:chgData name="Spale, Jan" userId="6dc488dd-d6ab-43ea-8d46-afaf0bca8de6" providerId="ADAL" clId="{4C9A48A7-D7E7-4A2F-984C-CC86151431C5}" dt="2026-09-07T12:03:53.284" v="814" actId="478"/>
      <pc:docMkLst>
        <pc:docMk/>
      </pc:docMkLst>
      <pc:sldChg chg="addSp delSp modSp mod">
        <pc:chgData name="Spale, Jan" userId="6dc488dd-d6ab-43ea-8d46-afaf0bca8de6" providerId="ADAL" clId="{4C9A48A7-D7E7-4A2F-984C-CC86151431C5}" dt="2026-09-07T10:25:44.219" v="285" actId="1076"/>
        <pc:sldMkLst>
          <pc:docMk/>
          <pc:sldMk cId="0" sldId="256"/>
        </pc:sldMkLst>
        <pc:spChg chg="mod">
          <ac:chgData name="Spale, Jan" userId="6dc488dd-d6ab-43ea-8d46-afaf0bca8de6" providerId="ADAL" clId="{4C9A48A7-D7E7-4A2F-984C-CC86151431C5}" dt="2026-09-07T10:25:44.219" v="285" actId="1076"/>
          <ac:spMkLst>
            <pc:docMk/>
            <pc:sldMk cId="0" sldId="256"/>
            <ac:spMk id="6" creationId="{00000000-0000-0000-0000-000000000000}"/>
          </ac:spMkLst>
        </pc:spChg>
      </pc:sldChg>
      <pc:sldChg chg="delSp del mod">
        <pc:chgData name="Spale, Jan" userId="6dc488dd-d6ab-43ea-8d46-afaf0bca8de6" providerId="ADAL" clId="{4C9A48A7-D7E7-4A2F-984C-CC86151431C5}" dt="2026-09-07T07:09:06.832" v="89" actId="47"/>
        <pc:sldMkLst>
          <pc:docMk/>
          <pc:sldMk cId="0" sldId="257"/>
        </pc:sldMkLst>
        <pc:picChg chg="del">
          <ac:chgData name="Spale, Jan" userId="6dc488dd-d6ab-43ea-8d46-afaf0bca8de6" providerId="ADAL" clId="{4C9A48A7-D7E7-4A2F-984C-CC86151431C5}" dt="2026-09-07T07:09:01.841" v="88" actId="478"/>
          <ac:picMkLst>
            <pc:docMk/>
            <pc:sldMk cId="0" sldId="257"/>
            <ac:picMk id="18" creationId="{A1D14560-4DB5-485A-B4D3-ACF695D7816E}"/>
          </ac:picMkLst>
        </pc:picChg>
      </pc:sldChg>
      <pc:sldChg chg="delSp add del mod setBg">
        <pc:chgData name="Spale, Jan" userId="6dc488dd-d6ab-43ea-8d46-afaf0bca8de6" providerId="ADAL" clId="{4C9A48A7-D7E7-4A2F-984C-CC86151431C5}" dt="2026-09-07T11:17:43.338" v="636" actId="47"/>
        <pc:sldMkLst>
          <pc:docMk/>
          <pc:sldMk cId="0" sldId="258"/>
        </pc:sldMkLst>
        <pc:spChg chg="del">
          <ac:chgData name="Spale, Jan" userId="6dc488dd-d6ab-43ea-8d46-afaf0bca8de6" providerId="ADAL" clId="{4C9A48A7-D7E7-4A2F-984C-CC86151431C5}" dt="2026-09-07T11:17:39.993" v="635" actId="478"/>
          <ac:spMkLst>
            <pc:docMk/>
            <pc:sldMk cId="0" sldId="258"/>
            <ac:spMk id="29" creationId="{00000000-0000-0000-0000-000000000000}"/>
          </ac:spMkLst>
        </pc:spChg>
        <pc:spChg chg="del">
          <ac:chgData name="Spale, Jan" userId="6dc488dd-d6ab-43ea-8d46-afaf0bca8de6" providerId="ADAL" clId="{4C9A48A7-D7E7-4A2F-984C-CC86151431C5}" dt="2026-09-07T11:17:39.144" v="634" actId="478"/>
          <ac:spMkLst>
            <pc:docMk/>
            <pc:sldMk cId="0" sldId="258"/>
            <ac:spMk id="30" creationId="{00000000-0000-0000-0000-000000000000}"/>
          </ac:spMkLst>
        </pc:spChg>
      </pc:sldChg>
      <pc:sldChg chg="delSp modSp del mod">
        <pc:chgData name="Spale, Jan" userId="6dc488dd-d6ab-43ea-8d46-afaf0bca8de6" providerId="ADAL" clId="{4C9A48A7-D7E7-4A2F-984C-CC86151431C5}" dt="2026-09-07T11:12:25.783" v="616" actId="47"/>
        <pc:sldMkLst>
          <pc:docMk/>
          <pc:sldMk cId="0" sldId="259"/>
        </pc:sldMkLst>
        <pc:spChg chg="mod">
          <ac:chgData name="Spale, Jan" userId="6dc488dd-d6ab-43ea-8d46-afaf0bca8de6" providerId="ADAL" clId="{4C9A48A7-D7E7-4A2F-984C-CC86151431C5}" dt="2026-09-07T11:08:02.436" v="476" actId="13926"/>
          <ac:spMkLst>
            <pc:docMk/>
            <pc:sldMk cId="0" sldId="259"/>
            <ac:spMk id="4" creationId="{00000000-0000-0000-0000-000000000000}"/>
          </ac:spMkLst>
        </pc:spChg>
        <pc:spChg chg="mod">
          <ac:chgData name="Spale, Jan" userId="6dc488dd-d6ab-43ea-8d46-afaf0bca8de6" providerId="ADAL" clId="{4C9A48A7-D7E7-4A2F-984C-CC86151431C5}" dt="2026-09-07T11:07:59.607" v="475" actId="1076"/>
          <ac:spMkLst>
            <pc:docMk/>
            <pc:sldMk cId="0" sldId="259"/>
            <ac:spMk id="20" creationId="{00000000-0000-0000-0000-000000000000}"/>
          </ac:spMkLst>
        </pc:spChg>
        <pc:spChg chg="del">
          <ac:chgData name="Spale, Jan" userId="6dc488dd-d6ab-43ea-8d46-afaf0bca8de6" providerId="ADAL" clId="{4C9A48A7-D7E7-4A2F-984C-CC86151431C5}" dt="2026-09-07T11:07:53.408" v="471" actId="478"/>
          <ac:spMkLst>
            <pc:docMk/>
            <pc:sldMk cId="0" sldId="259"/>
            <ac:spMk id="22" creationId="{00000000-0000-0000-0000-000000000000}"/>
          </ac:spMkLst>
        </pc:spChg>
        <pc:spChg chg="del">
          <ac:chgData name="Spale, Jan" userId="6dc488dd-d6ab-43ea-8d46-afaf0bca8de6" providerId="ADAL" clId="{4C9A48A7-D7E7-4A2F-984C-CC86151431C5}" dt="2026-09-07T11:07:54.467" v="472" actId="478"/>
          <ac:spMkLst>
            <pc:docMk/>
            <pc:sldMk cId="0" sldId="259"/>
            <ac:spMk id="23" creationId="{00000000-0000-0000-0000-000000000000}"/>
          </ac:spMkLst>
        </pc:spChg>
        <pc:spChg chg="del">
          <ac:chgData name="Spale, Jan" userId="6dc488dd-d6ab-43ea-8d46-afaf0bca8de6" providerId="ADAL" clId="{4C9A48A7-D7E7-4A2F-984C-CC86151431C5}" dt="2026-09-07T11:07:52.510" v="470" actId="478"/>
          <ac:spMkLst>
            <pc:docMk/>
            <pc:sldMk cId="0" sldId="259"/>
            <ac:spMk id="24" creationId="{00000000-0000-0000-0000-000000000000}"/>
          </ac:spMkLst>
        </pc:spChg>
      </pc:sldChg>
      <pc:sldChg chg="del">
        <pc:chgData name="Spale, Jan" userId="6dc488dd-d6ab-43ea-8d46-afaf0bca8de6" providerId="ADAL" clId="{4C9A48A7-D7E7-4A2F-984C-CC86151431C5}" dt="2026-09-07T12:01:34.211" v="786" actId="47"/>
        <pc:sldMkLst>
          <pc:docMk/>
          <pc:sldMk cId="0" sldId="260"/>
        </pc:sldMkLst>
      </pc:sldChg>
      <pc:sldChg chg="delSp add del mod setBg">
        <pc:chgData name="Spale, Jan" userId="6dc488dd-d6ab-43ea-8d46-afaf0bca8de6" providerId="ADAL" clId="{4C9A48A7-D7E7-4A2F-984C-CC86151431C5}" dt="2026-09-07T10:19:28.555" v="134"/>
        <pc:sldMkLst>
          <pc:docMk/>
          <pc:sldMk cId="0" sldId="261"/>
        </pc:sldMkLst>
        <pc:spChg chg="del">
          <ac:chgData name="Spale, Jan" userId="6dc488dd-d6ab-43ea-8d46-afaf0bca8de6" providerId="ADAL" clId="{4C9A48A7-D7E7-4A2F-984C-CC86151431C5}" dt="2026-09-07T07:24:51.762" v="94" actId="478"/>
          <ac:spMkLst>
            <pc:docMk/>
            <pc:sldMk cId="0" sldId="261"/>
            <ac:spMk id="59" creationId="{00000000-0000-0000-0000-000000000000}"/>
          </ac:spMkLst>
        </pc:spChg>
        <pc:spChg chg="del">
          <ac:chgData name="Spale, Jan" userId="6dc488dd-d6ab-43ea-8d46-afaf0bca8de6" providerId="ADAL" clId="{4C9A48A7-D7E7-4A2F-984C-CC86151431C5}" dt="2026-09-07T07:24:51.762" v="94" actId="478"/>
          <ac:spMkLst>
            <pc:docMk/>
            <pc:sldMk cId="0" sldId="261"/>
            <ac:spMk id="60" creationId="{00000000-0000-0000-0000-000000000000}"/>
          </ac:spMkLst>
        </pc:spChg>
        <pc:spChg chg="del">
          <ac:chgData name="Spale, Jan" userId="6dc488dd-d6ab-43ea-8d46-afaf0bca8de6" providerId="ADAL" clId="{4C9A48A7-D7E7-4A2F-984C-CC86151431C5}" dt="2026-09-07T07:24:51.762" v="94" actId="478"/>
          <ac:spMkLst>
            <pc:docMk/>
            <pc:sldMk cId="0" sldId="261"/>
            <ac:spMk id="61" creationId="{00000000-0000-0000-0000-000000000000}"/>
          </ac:spMkLst>
        </pc:spChg>
      </pc:sldChg>
      <pc:sldChg chg="add del setBg">
        <pc:chgData name="Spale, Jan" userId="6dc488dd-d6ab-43ea-8d46-afaf0bca8de6" providerId="ADAL" clId="{4C9A48A7-D7E7-4A2F-984C-CC86151431C5}" dt="2026-09-07T10:19:28.555" v="134"/>
        <pc:sldMkLst>
          <pc:docMk/>
          <pc:sldMk cId="0" sldId="262"/>
        </pc:sldMkLst>
      </pc:sldChg>
      <pc:sldChg chg="delSp add del mod setBg">
        <pc:chgData name="Spale, Jan" userId="6dc488dd-d6ab-43ea-8d46-afaf0bca8de6" providerId="ADAL" clId="{4C9A48A7-D7E7-4A2F-984C-CC86151431C5}" dt="2026-09-07T11:19:13.693" v="658" actId="478"/>
        <pc:sldMkLst>
          <pc:docMk/>
          <pc:sldMk cId="0" sldId="263"/>
        </pc:sldMkLst>
        <pc:spChg chg="del">
          <ac:chgData name="Spale, Jan" userId="6dc488dd-d6ab-43ea-8d46-afaf0bca8de6" providerId="ADAL" clId="{4C9A48A7-D7E7-4A2F-984C-CC86151431C5}" dt="2026-09-07T11:19:12.770" v="657" actId="478"/>
          <ac:spMkLst>
            <pc:docMk/>
            <pc:sldMk cId="0" sldId="263"/>
            <ac:spMk id="29" creationId="{00000000-0000-0000-0000-000000000000}"/>
          </ac:spMkLst>
        </pc:spChg>
        <pc:spChg chg="del">
          <ac:chgData name="Spale, Jan" userId="6dc488dd-d6ab-43ea-8d46-afaf0bca8de6" providerId="ADAL" clId="{4C9A48A7-D7E7-4A2F-984C-CC86151431C5}" dt="2026-09-07T11:19:13.693" v="658" actId="478"/>
          <ac:spMkLst>
            <pc:docMk/>
            <pc:sldMk cId="0" sldId="263"/>
            <ac:spMk id="30" creationId="{00000000-0000-0000-0000-000000000000}"/>
          </ac:spMkLst>
        </pc:spChg>
      </pc:sldChg>
      <pc:sldChg chg="addSp delSp modSp add del mod setBg">
        <pc:chgData name="Spale, Jan" userId="6dc488dd-d6ab-43ea-8d46-afaf0bca8de6" providerId="ADAL" clId="{4C9A48A7-D7E7-4A2F-984C-CC86151431C5}" dt="2026-09-07T11:19:56.258" v="726" actId="478"/>
        <pc:sldMkLst>
          <pc:docMk/>
          <pc:sldMk cId="0" sldId="264"/>
        </pc:sldMkLst>
        <pc:spChg chg="del">
          <ac:chgData name="Spale, Jan" userId="6dc488dd-d6ab-43ea-8d46-afaf0bca8de6" providerId="ADAL" clId="{4C9A48A7-D7E7-4A2F-984C-CC86151431C5}" dt="2026-09-07T11:19:56.258" v="726" actId="478"/>
          <ac:spMkLst>
            <pc:docMk/>
            <pc:sldMk cId="0" sldId="264"/>
            <ac:spMk id="9" creationId="{00000000-0000-0000-0000-000000000000}"/>
          </ac:spMkLst>
        </pc:spChg>
        <pc:spChg chg="del">
          <ac:chgData name="Spale, Jan" userId="6dc488dd-d6ab-43ea-8d46-afaf0bca8de6" providerId="ADAL" clId="{4C9A48A7-D7E7-4A2F-984C-CC86151431C5}" dt="2026-09-07T11:18:21.287" v="639" actId="478"/>
          <ac:spMkLst>
            <pc:docMk/>
            <pc:sldMk cId="0" sldId="264"/>
            <ac:spMk id="14" creationId="{00000000-0000-0000-0000-000000000000}"/>
          </ac:spMkLst>
        </pc:spChg>
        <pc:spChg chg="del">
          <ac:chgData name="Spale, Jan" userId="6dc488dd-d6ab-43ea-8d46-afaf0bca8de6" providerId="ADAL" clId="{4C9A48A7-D7E7-4A2F-984C-CC86151431C5}" dt="2026-09-07T11:18:21.799" v="640" actId="478"/>
          <ac:spMkLst>
            <pc:docMk/>
            <pc:sldMk cId="0" sldId="264"/>
            <ac:spMk id="16" creationId="{00000000-0000-0000-0000-000000000000}"/>
          </ac:spMkLst>
        </pc:spChg>
        <pc:spChg chg="del">
          <ac:chgData name="Spale, Jan" userId="6dc488dd-d6ab-43ea-8d46-afaf0bca8de6" providerId="ADAL" clId="{4C9A48A7-D7E7-4A2F-984C-CC86151431C5}" dt="2026-09-07T11:18:22.415" v="641" actId="478"/>
          <ac:spMkLst>
            <pc:docMk/>
            <pc:sldMk cId="0" sldId="264"/>
            <ac:spMk id="18" creationId="{00000000-0000-0000-0000-000000000000}"/>
          </ac:spMkLst>
        </pc:spChg>
        <pc:spChg chg="del">
          <ac:chgData name="Spale, Jan" userId="6dc488dd-d6ab-43ea-8d46-afaf0bca8de6" providerId="ADAL" clId="{4C9A48A7-D7E7-4A2F-984C-CC86151431C5}" dt="2026-09-07T11:18:39.222" v="651" actId="478"/>
          <ac:spMkLst>
            <pc:docMk/>
            <pc:sldMk cId="0" sldId="264"/>
            <ac:spMk id="19" creationId="{00000000-0000-0000-0000-000000000000}"/>
          </ac:spMkLst>
        </pc:spChg>
        <pc:spChg chg="mod">
          <ac:chgData name="Spale, Jan" userId="6dc488dd-d6ab-43ea-8d46-afaf0bca8de6" providerId="ADAL" clId="{4C9A48A7-D7E7-4A2F-984C-CC86151431C5}" dt="2026-09-07T11:18:28.247" v="643" actId="14100"/>
          <ac:spMkLst>
            <pc:docMk/>
            <pc:sldMk cId="0" sldId="264"/>
            <ac:spMk id="20" creationId="{00000000-0000-0000-0000-000000000000}"/>
          </ac:spMkLst>
        </pc:spChg>
        <pc:spChg chg="del">
          <ac:chgData name="Spale, Jan" userId="6dc488dd-d6ab-43ea-8d46-afaf0bca8de6" providerId="ADAL" clId="{4C9A48A7-D7E7-4A2F-984C-CC86151431C5}" dt="2026-09-07T11:18:38.482" v="650" actId="478"/>
          <ac:spMkLst>
            <pc:docMk/>
            <pc:sldMk cId="0" sldId="264"/>
            <ac:spMk id="21" creationId="{00000000-0000-0000-0000-000000000000}"/>
          </ac:spMkLst>
        </pc:spChg>
        <pc:spChg chg="mod">
          <ac:chgData name="Spale, Jan" userId="6dc488dd-d6ab-43ea-8d46-afaf0bca8de6" providerId="ADAL" clId="{4C9A48A7-D7E7-4A2F-984C-CC86151431C5}" dt="2026-09-07T11:18:31.962" v="645" actId="14100"/>
          <ac:spMkLst>
            <pc:docMk/>
            <pc:sldMk cId="0" sldId="264"/>
            <ac:spMk id="22" creationId="{00000000-0000-0000-0000-000000000000}"/>
          </ac:spMkLst>
        </pc:spChg>
        <pc:spChg chg="del">
          <ac:chgData name="Spale, Jan" userId="6dc488dd-d6ab-43ea-8d46-afaf0bca8de6" providerId="ADAL" clId="{4C9A48A7-D7E7-4A2F-984C-CC86151431C5}" dt="2026-09-07T11:18:36.568" v="648" actId="478"/>
          <ac:spMkLst>
            <pc:docMk/>
            <pc:sldMk cId="0" sldId="264"/>
            <ac:spMk id="23" creationId="{00000000-0000-0000-0000-000000000000}"/>
          </ac:spMkLst>
        </pc:spChg>
        <pc:spChg chg="mod">
          <ac:chgData name="Spale, Jan" userId="6dc488dd-d6ab-43ea-8d46-afaf0bca8de6" providerId="ADAL" clId="{4C9A48A7-D7E7-4A2F-984C-CC86151431C5}" dt="2026-09-07T11:18:37.656" v="649" actId="1076"/>
          <ac:spMkLst>
            <pc:docMk/>
            <pc:sldMk cId="0" sldId="264"/>
            <ac:spMk id="24" creationId="{00000000-0000-0000-0000-000000000000}"/>
          </ac:spMkLst>
        </pc:spChg>
        <pc:spChg chg="mod">
          <ac:chgData name="Spale, Jan" userId="6dc488dd-d6ab-43ea-8d46-afaf0bca8de6" providerId="ADAL" clId="{4C9A48A7-D7E7-4A2F-984C-CC86151431C5}" dt="2026-09-07T11:18:45.748" v="652" actId="1076"/>
          <ac:spMkLst>
            <pc:docMk/>
            <pc:sldMk cId="0" sldId="264"/>
            <ac:spMk id="27" creationId="{00000000-0000-0000-0000-000000000000}"/>
          </ac:spMkLst>
        </pc:spChg>
        <pc:spChg chg="mod">
          <ac:chgData name="Spale, Jan" userId="6dc488dd-d6ab-43ea-8d46-afaf0bca8de6" providerId="ADAL" clId="{4C9A48A7-D7E7-4A2F-984C-CC86151431C5}" dt="2026-09-07T11:18:45.748" v="652" actId="1076"/>
          <ac:spMkLst>
            <pc:docMk/>
            <pc:sldMk cId="0" sldId="264"/>
            <ac:spMk id="28" creationId="{00000000-0000-0000-0000-000000000000}"/>
          </ac:spMkLst>
        </pc:spChg>
        <pc:spChg chg="mod">
          <ac:chgData name="Spale, Jan" userId="6dc488dd-d6ab-43ea-8d46-afaf0bca8de6" providerId="ADAL" clId="{4C9A48A7-D7E7-4A2F-984C-CC86151431C5}" dt="2026-09-07T11:18:47.932" v="653" actId="1076"/>
          <ac:spMkLst>
            <pc:docMk/>
            <pc:sldMk cId="0" sldId="264"/>
            <ac:spMk id="29" creationId="{00000000-0000-0000-0000-000000000000}"/>
          </ac:spMkLst>
        </pc:spChg>
        <pc:spChg chg="mod">
          <ac:chgData name="Spale, Jan" userId="6dc488dd-d6ab-43ea-8d46-afaf0bca8de6" providerId="ADAL" clId="{4C9A48A7-D7E7-4A2F-984C-CC86151431C5}" dt="2026-09-07T11:18:54.525" v="655" actId="20577"/>
          <ac:spMkLst>
            <pc:docMk/>
            <pc:sldMk cId="0" sldId="264"/>
            <ac:spMk id="41" creationId="{00000000-0000-0000-0000-000000000000}"/>
          </ac:spMkLst>
        </pc:spChg>
        <pc:spChg chg="add del">
          <ac:chgData name="Spale, Jan" userId="6dc488dd-d6ab-43ea-8d46-afaf0bca8de6" providerId="ADAL" clId="{4C9A48A7-D7E7-4A2F-984C-CC86151431C5}" dt="2026-09-07T11:18:19.737" v="638" actId="22"/>
          <ac:spMkLst>
            <pc:docMk/>
            <pc:sldMk cId="0" sldId="264"/>
            <ac:spMk id="42" creationId="{58EC50B6-0F32-7A3C-F879-1DD80D349F22}"/>
          </ac:spMkLst>
        </pc:spChg>
      </pc:sldChg>
      <pc:sldChg chg="add del setBg">
        <pc:chgData name="Spale, Jan" userId="6dc488dd-d6ab-43ea-8d46-afaf0bca8de6" providerId="ADAL" clId="{4C9A48A7-D7E7-4A2F-984C-CC86151431C5}" dt="2026-09-07T11:19:02.324" v="656" actId="47"/>
        <pc:sldMkLst>
          <pc:docMk/>
          <pc:sldMk cId="0" sldId="265"/>
        </pc:sldMkLst>
      </pc:sldChg>
      <pc:sldChg chg="delSp modSp add del mod setBg">
        <pc:chgData name="Spale, Jan" userId="6dc488dd-d6ab-43ea-8d46-afaf0bca8de6" providerId="ADAL" clId="{4C9A48A7-D7E7-4A2F-984C-CC86151431C5}" dt="2026-09-07T11:19:58.581" v="727" actId="478"/>
        <pc:sldMkLst>
          <pc:docMk/>
          <pc:sldMk cId="0" sldId="266"/>
        </pc:sldMkLst>
        <pc:spChg chg="del">
          <ac:chgData name="Spale, Jan" userId="6dc488dd-d6ab-43ea-8d46-afaf0bca8de6" providerId="ADAL" clId="{4C9A48A7-D7E7-4A2F-984C-CC86151431C5}" dt="2026-09-07T11:19:58.581" v="727" actId="478"/>
          <ac:spMkLst>
            <pc:docMk/>
            <pc:sldMk cId="0" sldId="266"/>
            <ac:spMk id="9" creationId="{00000000-0000-0000-0000-000000000000}"/>
          </ac:spMkLst>
        </pc:spChg>
        <pc:spChg chg="del">
          <ac:chgData name="Spale, Jan" userId="6dc488dd-d6ab-43ea-8d46-afaf0bca8de6" providerId="ADAL" clId="{4C9A48A7-D7E7-4A2F-984C-CC86151431C5}" dt="2026-09-07T11:19:28.207" v="659" actId="478"/>
          <ac:spMkLst>
            <pc:docMk/>
            <pc:sldMk cId="0" sldId="266"/>
            <ac:spMk id="28" creationId="{00000000-0000-0000-0000-000000000000}"/>
          </ac:spMkLst>
        </pc:spChg>
        <pc:spChg chg="mod">
          <ac:chgData name="Spale, Jan" userId="6dc488dd-d6ab-43ea-8d46-afaf0bca8de6" providerId="ADAL" clId="{4C9A48A7-D7E7-4A2F-984C-CC86151431C5}" dt="2026-09-07T11:19:42.673" v="725" actId="20577"/>
          <ac:spMkLst>
            <pc:docMk/>
            <pc:sldMk cId="0" sldId="266"/>
            <ac:spMk id="30" creationId="{00000000-0000-0000-0000-000000000000}"/>
          </ac:spMkLst>
        </pc:spChg>
      </pc:sldChg>
      <pc:sldChg chg="delSp modSp del mod delAnim">
        <pc:chgData name="Spale, Jan" userId="6dc488dd-d6ab-43ea-8d46-afaf0bca8de6" providerId="ADAL" clId="{4C9A48A7-D7E7-4A2F-984C-CC86151431C5}" dt="2026-09-07T12:01:51.237" v="789" actId="2696"/>
        <pc:sldMkLst>
          <pc:docMk/>
          <pc:sldMk cId="0" sldId="267"/>
        </pc:sldMkLst>
        <pc:spChg chg="mod">
          <ac:chgData name="Spale, Jan" userId="6dc488dd-d6ab-43ea-8d46-afaf0bca8de6" providerId="ADAL" clId="{4C9A48A7-D7E7-4A2F-984C-CC86151431C5}" dt="2026-09-07T11:08:44.706" v="489" actId="1076"/>
          <ac:spMkLst>
            <pc:docMk/>
            <pc:sldMk cId="0" sldId="267"/>
            <ac:spMk id="9" creationId="{00000000-0000-0000-0000-000000000000}"/>
          </ac:spMkLst>
        </pc:spChg>
        <pc:spChg chg="mod">
          <ac:chgData name="Spale, Jan" userId="6dc488dd-d6ab-43ea-8d46-afaf0bca8de6" providerId="ADAL" clId="{4C9A48A7-D7E7-4A2F-984C-CC86151431C5}" dt="2026-09-07T11:08:44.706" v="489" actId="1076"/>
          <ac:spMkLst>
            <pc:docMk/>
            <pc:sldMk cId="0" sldId="267"/>
            <ac:spMk id="10" creationId="{00000000-0000-0000-0000-000000000000}"/>
          </ac:spMkLst>
        </pc:spChg>
        <pc:spChg chg="mod">
          <ac:chgData name="Spale, Jan" userId="6dc488dd-d6ab-43ea-8d46-afaf0bca8de6" providerId="ADAL" clId="{4C9A48A7-D7E7-4A2F-984C-CC86151431C5}" dt="2026-09-07T11:08:44.706" v="489" actId="1076"/>
          <ac:spMkLst>
            <pc:docMk/>
            <pc:sldMk cId="0" sldId="267"/>
            <ac:spMk id="11" creationId="{00000000-0000-0000-0000-000000000000}"/>
          </ac:spMkLst>
        </pc:spChg>
        <pc:spChg chg="mod">
          <ac:chgData name="Spale, Jan" userId="6dc488dd-d6ab-43ea-8d46-afaf0bca8de6" providerId="ADAL" clId="{4C9A48A7-D7E7-4A2F-984C-CC86151431C5}" dt="2026-09-07T11:08:44.706" v="489" actId="1076"/>
          <ac:spMkLst>
            <pc:docMk/>
            <pc:sldMk cId="0" sldId="267"/>
            <ac:spMk id="12" creationId="{00000000-0000-0000-0000-000000000000}"/>
          </ac:spMkLst>
        </pc:spChg>
        <pc:spChg chg="mod">
          <ac:chgData name="Spale, Jan" userId="6dc488dd-d6ab-43ea-8d46-afaf0bca8de6" providerId="ADAL" clId="{4C9A48A7-D7E7-4A2F-984C-CC86151431C5}" dt="2026-09-07T11:08:44.706" v="489" actId="1076"/>
          <ac:spMkLst>
            <pc:docMk/>
            <pc:sldMk cId="0" sldId="267"/>
            <ac:spMk id="13" creationId="{00000000-0000-0000-0000-000000000000}"/>
          </ac:spMkLst>
        </pc:spChg>
        <pc:spChg chg="mod">
          <ac:chgData name="Spale, Jan" userId="6dc488dd-d6ab-43ea-8d46-afaf0bca8de6" providerId="ADAL" clId="{4C9A48A7-D7E7-4A2F-984C-CC86151431C5}" dt="2026-09-07T11:08:44.706" v="489" actId="1076"/>
          <ac:spMkLst>
            <pc:docMk/>
            <pc:sldMk cId="0" sldId="267"/>
            <ac:spMk id="14" creationId="{00000000-0000-0000-0000-000000000000}"/>
          </ac:spMkLst>
        </pc:spChg>
        <pc:spChg chg="mod">
          <ac:chgData name="Spale, Jan" userId="6dc488dd-d6ab-43ea-8d46-afaf0bca8de6" providerId="ADAL" clId="{4C9A48A7-D7E7-4A2F-984C-CC86151431C5}" dt="2026-09-07T11:08:44.706" v="489" actId="1076"/>
          <ac:spMkLst>
            <pc:docMk/>
            <pc:sldMk cId="0" sldId="267"/>
            <ac:spMk id="15" creationId="{00000000-0000-0000-0000-000000000000}"/>
          </ac:spMkLst>
        </pc:spChg>
        <pc:spChg chg="mod">
          <ac:chgData name="Spale, Jan" userId="6dc488dd-d6ab-43ea-8d46-afaf0bca8de6" providerId="ADAL" clId="{4C9A48A7-D7E7-4A2F-984C-CC86151431C5}" dt="2026-09-07T11:08:44.706" v="489" actId="1076"/>
          <ac:spMkLst>
            <pc:docMk/>
            <pc:sldMk cId="0" sldId="267"/>
            <ac:spMk id="16" creationId="{00000000-0000-0000-0000-000000000000}"/>
          </ac:spMkLst>
        </pc:spChg>
        <pc:spChg chg="del">
          <ac:chgData name="Spale, Jan" userId="6dc488dd-d6ab-43ea-8d46-afaf0bca8de6" providerId="ADAL" clId="{4C9A48A7-D7E7-4A2F-984C-CC86151431C5}" dt="2026-09-07T11:08:32.267" v="486" actId="478"/>
          <ac:spMkLst>
            <pc:docMk/>
            <pc:sldMk cId="0" sldId="267"/>
            <ac:spMk id="20" creationId="{00000000-0000-0000-0000-000000000000}"/>
          </ac:spMkLst>
        </pc:spChg>
        <pc:spChg chg="del">
          <ac:chgData name="Spale, Jan" userId="6dc488dd-d6ab-43ea-8d46-afaf0bca8de6" providerId="ADAL" clId="{4C9A48A7-D7E7-4A2F-984C-CC86151431C5}" dt="2026-09-07T11:08:32.267" v="486" actId="478"/>
          <ac:spMkLst>
            <pc:docMk/>
            <pc:sldMk cId="0" sldId="267"/>
            <ac:spMk id="21" creationId="{00000000-0000-0000-0000-000000000000}"/>
          </ac:spMkLst>
        </pc:spChg>
        <pc:spChg chg="del">
          <ac:chgData name="Spale, Jan" userId="6dc488dd-d6ab-43ea-8d46-afaf0bca8de6" providerId="ADAL" clId="{4C9A48A7-D7E7-4A2F-984C-CC86151431C5}" dt="2026-09-07T11:08:32.267" v="486" actId="478"/>
          <ac:spMkLst>
            <pc:docMk/>
            <pc:sldMk cId="0" sldId="267"/>
            <ac:spMk id="22" creationId="{00000000-0000-0000-0000-000000000000}"/>
          </ac:spMkLst>
        </pc:spChg>
        <pc:picChg chg="mod">
          <ac:chgData name="Spale, Jan" userId="6dc488dd-d6ab-43ea-8d46-afaf0bca8de6" providerId="ADAL" clId="{4C9A48A7-D7E7-4A2F-984C-CC86151431C5}" dt="2026-09-07T11:08:44.706" v="489" actId="1076"/>
          <ac:picMkLst>
            <pc:docMk/>
            <pc:sldMk cId="0" sldId="267"/>
            <ac:picMk id="17" creationId="{00000000-0000-0000-0000-000000000000}"/>
          </ac:picMkLst>
        </pc:picChg>
        <pc:picChg chg="mod">
          <ac:chgData name="Spale, Jan" userId="6dc488dd-d6ab-43ea-8d46-afaf0bca8de6" providerId="ADAL" clId="{4C9A48A7-D7E7-4A2F-984C-CC86151431C5}" dt="2026-09-07T11:08:44.706" v="489" actId="1076"/>
          <ac:picMkLst>
            <pc:docMk/>
            <pc:sldMk cId="0" sldId="267"/>
            <ac:picMk id="18" creationId="{00000000-0000-0000-0000-000000000000}"/>
          </ac:picMkLst>
        </pc:picChg>
        <pc:picChg chg="mod">
          <ac:chgData name="Spale, Jan" userId="6dc488dd-d6ab-43ea-8d46-afaf0bca8de6" providerId="ADAL" clId="{4C9A48A7-D7E7-4A2F-984C-CC86151431C5}" dt="2026-09-07T11:08:29.092" v="485" actId="1076"/>
          <ac:picMkLst>
            <pc:docMk/>
            <pc:sldMk cId="0" sldId="267"/>
            <ac:picMk id="19" creationId="{00000000-0000-0000-0000-000000000000}"/>
          </ac:picMkLst>
        </pc:picChg>
        <pc:picChg chg="del">
          <ac:chgData name="Spale, Jan" userId="6dc488dd-d6ab-43ea-8d46-afaf0bca8de6" providerId="ADAL" clId="{4C9A48A7-D7E7-4A2F-984C-CC86151431C5}" dt="2026-09-07T11:08:40.768" v="488" actId="478"/>
          <ac:picMkLst>
            <pc:docMk/>
            <pc:sldMk cId="0" sldId="267"/>
            <ac:picMk id="26" creationId="{8F8A72A3-5882-6F2B-85C6-F0D550B5F65F}"/>
          </ac:picMkLst>
        </pc:picChg>
      </pc:sldChg>
      <pc:sldChg chg="add setBg">
        <pc:chgData name="Spale, Jan" userId="6dc488dd-d6ab-43ea-8d46-afaf0bca8de6" providerId="ADAL" clId="{4C9A48A7-D7E7-4A2F-984C-CC86151431C5}" dt="2026-09-07T12:01:55.283" v="790"/>
        <pc:sldMkLst>
          <pc:docMk/>
          <pc:sldMk cId="2383290939" sldId="267"/>
        </pc:sldMkLst>
      </pc:sldChg>
      <pc:sldChg chg="modSp del mod">
        <pc:chgData name="Spale, Jan" userId="6dc488dd-d6ab-43ea-8d46-afaf0bca8de6" providerId="ADAL" clId="{4C9A48A7-D7E7-4A2F-984C-CC86151431C5}" dt="2026-09-07T12:01:44.834" v="787" actId="47"/>
        <pc:sldMkLst>
          <pc:docMk/>
          <pc:sldMk cId="0" sldId="268"/>
        </pc:sldMkLst>
        <pc:picChg chg="mod">
          <ac:chgData name="Spale, Jan" userId="6dc488dd-d6ab-43ea-8d46-afaf0bca8de6" providerId="ADAL" clId="{4C9A48A7-D7E7-4A2F-984C-CC86151431C5}" dt="2026-09-07T09:15:16.193" v="106" actId="1076"/>
          <ac:picMkLst>
            <pc:docMk/>
            <pc:sldMk cId="0" sldId="268"/>
            <ac:picMk id="8" creationId="{00000000-0000-0000-0000-000000000000}"/>
          </ac:picMkLst>
        </pc:picChg>
      </pc:sldChg>
      <pc:sldChg chg="modSp del mod">
        <pc:chgData name="Spale, Jan" userId="6dc488dd-d6ab-43ea-8d46-afaf0bca8de6" providerId="ADAL" clId="{4C9A48A7-D7E7-4A2F-984C-CC86151431C5}" dt="2026-09-07T11:12:50.225" v="619" actId="47"/>
        <pc:sldMkLst>
          <pc:docMk/>
          <pc:sldMk cId="0" sldId="269"/>
        </pc:sldMkLst>
        <pc:picChg chg="mod">
          <ac:chgData name="Spale, Jan" userId="6dc488dd-d6ab-43ea-8d46-afaf0bca8de6" providerId="ADAL" clId="{4C9A48A7-D7E7-4A2F-984C-CC86151431C5}" dt="2026-09-07T09:15:33.992" v="115" actId="1076"/>
          <ac:picMkLst>
            <pc:docMk/>
            <pc:sldMk cId="0" sldId="269"/>
            <ac:picMk id="9" creationId="{00000000-0000-0000-0000-000000000000}"/>
          </ac:picMkLst>
        </pc:picChg>
        <pc:picChg chg="mod">
          <ac:chgData name="Spale, Jan" userId="6dc488dd-d6ab-43ea-8d46-afaf0bca8de6" providerId="ADAL" clId="{4C9A48A7-D7E7-4A2F-984C-CC86151431C5}" dt="2026-09-07T11:09:20.033" v="552" actId="14100"/>
          <ac:picMkLst>
            <pc:docMk/>
            <pc:sldMk cId="0" sldId="269"/>
            <ac:picMk id="10" creationId="{00000000-0000-0000-0000-000000000000}"/>
          </ac:picMkLst>
        </pc:picChg>
      </pc:sldChg>
      <pc:sldChg chg="del">
        <pc:chgData name="Spale, Jan" userId="6dc488dd-d6ab-43ea-8d46-afaf0bca8de6" providerId="ADAL" clId="{4C9A48A7-D7E7-4A2F-984C-CC86151431C5}" dt="2026-09-07T11:09:25.744" v="553" actId="47"/>
        <pc:sldMkLst>
          <pc:docMk/>
          <pc:sldMk cId="0" sldId="270"/>
        </pc:sldMkLst>
      </pc:sldChg>
      <pc:sldChg chg="del">
        <pc:chgData name="Spale, Jan" userId="6dc488dd-d6ab-43ea-8d46-afaf0bca8de6" providerId="ADAL" clId="{4C9A48A7-D7E7-4A2F-984C-CC86151431C5}" dt="2026-09-07T09:15:43.462" v="116" actId="47"/>
        <pc:sldMkLst>
          <pc:docMk/>
          <pc:sldMk cId="0" sldId="271"/>
        </pc:sldMkLst>
      </pc:sldChg>
      <pc:sldChg chg="delSp add del mod setBg">
        <pc:chgData name="Spale, Jan" userId="6dc488dd-d6ab-43ea-8d46-afaf0bca8de6" providerId="ADAL" clId="{4C9A48A7-D7E7-4A2F-984C-CC86151431C5}" dt="2026-09-07T11:20:06.838" v="730" actId="478"/>
        <pc:sldMkLst>
          <pc:docMk/>
          <pc:sldMk cId="0" sldId="272"/>
        </pc:sldMkLst>
        <pc:spChg chg="del">
          <ac:chgData name="Spale, Jan" userId="6dc488dd-d6ab-43ea-8d46-afaf0bca8de6" providerId="ADAL" clId="{4C9A48A7-D7E7-4A2F-984C-CC86151431C5}" dt="2026-09-07T11:20:06.838" v="730" actId="478"/>
          <ac:spMkLst>
            <pc:docMk/>
            <pc:sldMk cId="0" sldId="272"/>
            <ac:spMk id="9" creationId="{00000000-0000-0000-0000-000000000000}"/>
          </ac:spMkLst>
        </pc:spChg>
      </pc:sldChg>
      <pc:sldChg chg="add del setBg">
        <pc:chgData name="Spale, Jan" userId="6dc488dd-d6ab-43ea-8d46-afaf0bca8de6" providerId="ADAL" clId="{4C9A48A7-D7E7-4A2F-984C-CC86151431C5}" dt="2026-09-07T10:19:28.555" v="134"/>
        <pc:sldMkLst>
          <pc:docMk/>
          <pc:sldMk cId="0" sldId="273"/>
        </pc:sldMkLst>
      </pc:sldChg>
      <pc:sldChg chg="delSp add del mod setBg">
        <pc:chgData name="Spale, Jan" userId="6dc488dd-d6ab-43ea-8d46-afaf0bca8de6" providerId="ADAL" clId="{4C9A48A7-D7E7-4A2F-984C-CC86151431C5}" dt="2026-09-07T11:20:09.854" v="731" actId="478"/>
        <pc:sldMkLst>
          <pc:docMk/>
          <pc:sldMk cId="0" sldId="274"/>
        </pc:sldMkLst>
        <pc:spChg chg="del">
          <ac:chgData name="Spale, Jan" userId="6dc488dd-d6ab-43ea-8d46-afaf0bca8de6" providerId="ADAL" clId="{4C9A48A7-D7E7-4A2F-984C-CC86151431C5}" dt="2026-09-07T11:20:09.854" v="731" actId="478"/>
          <ac:spMkLst>
            <pc:docMk/>
            <pc:sldMk cId="0" sldId="274"/>
            <ac:spMk id="9" creationId="{00000000-0000-0000-0000-000000000000}"/>
          </ac:spMkLst>
        </pc:spChg>
      </pc:sldChg>
      <pc:sldChg chg="delSp modSp add del mod setBg">
        <pc:chgData name="Spale, Jan" userId="6dc488dd-d6ab-43ea-8d46-afaf0bca8de6" providerId="ADAL" clId="{4C9A48A7-D7E7-4A2F-984C-CC86151431C5}" dt="2026-09-07T12:03:13.794" v="808" actId="20577"/>
        <pc:sldMkLst>
          <pc:docMk/>
          <pc:sldMk cId="0" sldId="275"/>
        </pc:sldMkLst>
        <pc:spChg chg="del">
          <ac:chgData name="Spale, Jan" userId="6dc488dd-d6ab-43ea-8d46-afaf0bca8de6" providerId="ADAL" clId="{4C9A48A7-D7E7-4A2F-984C-CC86151431C5}" dt="2026-09-07T11:20:12.418" v="732" actId="478"/>
          <ac:spMkLst>
            <pc:docMk/>
            <pc:sldMk cId="0" sldId="275"/>
            <ac:spMk id="9" creationId="{00000000-0000-0000-0000-000000000000}"/>
          </ac:spMkLst>
        </pc:spChg>
        <pc:spChg chg="mod">
          <ac:chgData name="Spale, Jan" userId="6dc488dd-d6ab-43ea-8d46-afaf0bca8de6" providerId="ADAL" clId="{4C9A48A7-D7E7-4A2F-984C-CC86151431C5}" dt="2026-09-07T12:03:13.794" v="808" actId="20577"/>
          <ac:spMkLst>
            <pc:docMk/>
            <pc:sldMk cId="0" sldId="275"/>
            <ac:spMk id="37" creationId="{00000000-0000-0000-0000-000000000000}"/>
          </ac:spMkLst>
        </pc:spChg>
      </pc:sldChg>
      <pc:sldChg chg="del">
        <pc:chgData name="Spale, Jan" userId="6dc488dd-d6ab-43ea-8d46-afaf0bca8de6" providerId="ADAL" clId="{4C9A48A7-D7E7-4A2F-984C-CC86151431C5}" dt="2026-09-07T11:09:35.231" v="554" actId="47"/>
        <pc:sldMkLst>
          <pc:docMk/>
          <pc:sldMk cId="0" sldId="276"/>
        </pc:sldMkLst>
      </pc:sldChg>
      <pc:sldChg chg="del">
        <pc:chgData name="Spale, Jan" userId="6dc488dd-d6ab-43ea-8d46-afaf0bca8de6" providerId="ADAL" clId="{4C9A48A7-D7E7-4A2F-984C-CC86151431C5}" dt="2026-09-07T09:16:27.505" v="121" actId="47"/>
        <pc:sldMkLst>
          <pc:docMk/>
          <pc:sldMk cId="0" sldId="277"/>
        </pc:sldMkLst>
      </pc:sldChg>
      <pc:sldChg chg="add del setBg">
        <pc:chgData name="Spale, Jan" userId="6dc488dd-d6ab-43ea-8d46-afaf0bca8de6" providerId="ADAL" clId="{4C9A48A7-D7E7-4A2F-984C-CC86151431C5}" dt="2026-09-07T10:19:28.555" v="134"/>
        <pc:sldMkLst>
          <pc:docMk/>
          <pc:sldMk cId="0" sldId="278"/>
        </pc:sldMkLst>
      </pc:sldChg>
      <pc:sldChg chg="del">
        <pc:chgData name="Spale, Jan" userId="6dc488dd-d6ab-43ea-8d46-afaf0bca8de6" providerId="ADAL" clId="{4C9A48A7-D7E7-4A2F-984C-CC86151431C5}" dt="2026-09-07T11:09:39.514" v="555" actId="47"/>
        <pc:sldMkLst>
          <pc:docMk/>
          <pc:sldMk cId="0" sldId="279"/>
        </pc:sldMkLst>
      </pc:sldChg>
      <pc:sldChg chg="delSp add del mod setBg">
        <pc:chgData name="Spale, Jan" userId="6dc488dd-d6ab-43ea-8d46-afaf0bca8de6" providerId="ADAL" clId="{4C9A48A7-D7E7-4A2F-984C-CC86151431C5}" dt="2026-09-07T12:03:53.284" v="814" actId="478"/>
        <pc:sldMkLst>
          <pc:docMk/>
          <pc:sldMk cId="0" sldId="280"/>
        </pc:sldMkLst>
        <pc:spChg chg="del">
          <ac:chgData name="Spale, Jan" userId="6dc488dd-d6ab-43ea-8d46-afaf0bca8de6" providerId="ADAL" clId="{4C9A48A7-D7E7-4A2F-984C-CC86151431C5}" dt="2026-09-07T12:03:53.284" v="814" actId="478"/>
          <ac:spMkLst>
            <pc:docMk/>
            <pc:sldMk cId="0" sldId="280"/>
            <ac:spMk id="9" creationId="{00000000-0000-0000-0000-000000000000}"/>
          </ac:spMkLst>
        </pc:spChg>
        <pc:spChg chg="del">
          <ac:chgData name="Spale, Jan" userId="6dc488dd-d6ab-43ea-8d46-afaf0bca8de6" providerId="ADAL" clId="{4C9A48A7-D7E7-4A2F-984C-CC86151431C5}" dt="2026-09-07T11:21:58.959" v="783" actId="478"/>
          <ac:spMkLst>
            <pc:docMk/>
            <pc:sldMk cId="0" sldId="280"/>
            <ac:spMk id="72" creationId="{00000000-0000-0000-0000-000000000000}"/>
          </ac:spMkLst>
        </pc:spChg>
        <pc:spChg chg="del">
          <ac:chgData name="Spale, Jan" userId="6dc488dd-d6ab-43ea-8d46-afaf0bca8de6" providerId="ADAL" clId="{4C9A48A7-D7E7-4A2F-984C-CC86151431C5}" dt="2026-09-07T11:21:59.742" v="784" actId="478"/>
          <ac:spMkLst>
            <pc:docMk/>
            <pc:sldMk cId="0" sldId="280"/>
            <ac:spMk id="73" creationId="{00000000-0000-0000-0000-000000000000}"/>
          </ac:spMkLst>
        </pc:spChg>
      </pc:sldChg>
      <pc:sldChg chg="delSp modSp add del mod setBg">
        <pc:chgData name="Spale, Jan" userId="6dc488dd-d6ab-43ea-8d46-afaf0bca8de6" providerId="ADAL" clId="{4C9A48A7-D7E7-4A2F-984C-CC86151431C5}" dt="2026-09-07T11:20:29.673" v="742" actId="20577"/>
        <pc:sldMkLst>
          <pc:docMk/>
          <pc:sldMk cId="0" sldId="281"/>
        </pc:sldMkLst>
        <pc:spChg chg="mod">
          <ac:chgData name="Spale, Jan" userId="6dc488dd-d6ab-43ea-8d46-afaf0bca8de6" providerId="ADAL" clId="{4C9A48A7-D7E7-4A2F-984C-CC86151431C5}" dt="2026-09-07T11:20:23.423" v="736" actId="20577"/>
          <ac:spMkLst>
            <pc:docMk/>
            <pc:sldMk cId="0" sldId="281"/>
            <ac:spMk id="6" creationId="{00000000-0000-0000-0000-000000000000}"/>
          </ac:spMkLst>
        </pc:spChg>
        <pc:spChg chg="del">
          <ac:chgData name="Spale, Jan" userId="6dc488dd-d6ab-43ea-8d46-afaf0bca8de6" providerId="ADAL" clId="{4C9A48A7-D7E7-4A2F-984C-CC86151431C5}" dt="2026-09-07T11:20:20.402" v="735" actId="478"/>
          <ac:spMkLst>
            <pc:docMk/>
            <pc:sldMk cId="0" sldId="281"/>
            <ac:spMk id="9" creationId="{00000000-0000-0000-0000-000000000000}"/>
          </ac:spMkLst>
        </pc:spChg>
        <pc:spChg chg="mod">
          <ac:chgData name="Spale, Jan" userId="6dc488dd-d6ab-43ea-8d46-afaf0bca8de6" providerId="ADAL" clId="{4C9A48A7-D7E7-4A2F-984C-CC86151431C5}" dt="2026-09-07T11:20:29.673" v="742" actId="20577"/>
          <ac:spMkLst>
            <pc:docMk/>
            <pc:sldMk cId="0" sldId="281"/>
            <ac:spMk id="21" creationId="{00000000-0000-0000-0000-000000000000}"/>
          </ac:spMkLst>
        </pc:spChg>
      </pc:sldChg>
      <pc:sldChg chg="add del setBg">
        <pc:chgData name="Spale, Jan" userId="6dc488dd-d6ab-43ea-8d46-afaf0bca8de6" providerId="ADAL" clId="{4C9A48A7-D7E7-4A2F-984C-CC86151431C5}" dt="2026-09-07T11:20:40.490" v="743" actId="47"/>
        <pc:sldMkLst>
          <pc:docMk/>
          <pc:sldMk cId="0" sldId="282"/>
        </pc:sldMkLst>
      </pc:sldChg>
      <pc:sldChg chg="addSp delSp del mod">
        <pc:chgData name="Spale, Jan" userId="6dc488dd-d6ab-43ea-8d46-afaf0bca8de6" providerId="ADAL" clId="{4C9A48A7-D7E7-4A2F-984C-CC86151431C5}" dt="2026-09-07T09:17:04.168" v="126" actId="47"/>
        <pc:sldMkLst>
          <pc:docMk/>
          <pc:sldMk cId="0" sldId="283"/>
        </pc:sldMkLst>
      </pc:sldChg>
      <pc:sldChg chg="add del setBg">
        <pc:chgData name="Spale, Jan" userId="6dc488dd-d6ab-43ea-8d46-afaf0bca8de6" providerId="ADAL" clId="{4C9A48A7-D7E7-4A2F-984C-CC86151431C5}" dt="2026-09-07T11:20:46.696" v="744" actId="47"/>
        <pc:sldMkLst>
          <pc:docMk/>
          <pc:sldMk cId="0" sldId="284"/>
        </pc:sldMkLst>
      </pc:sldChg>
      <pc:sldChg chg="add del setBg">
        <pc:chgData name="Spale, Jan" userId="6dc488dd-d6ab-43ea-8d46-afaf0bca8de6" providerId="ADAL" clId="{4C9A48A7-D7E7-4A2F-984C-CC86151431C5}" dt="2026-09-07T11:20:48.967" v="745" actId="47"/>
        <pc:sldMkLst>
          <pc:docMk/>
          <pc:sldMk cId="0" sldId="285"/>
        </pc:sldMkLst>
      </pc:sldChg>
      <pc:sldChg chg="add del setBg">
        <pc:chgData name="Spale, Jan" userId="6dc488dd-d6ab-43ea-8d46-afaf0bca8de6" providerId="ADAL" clId="{4C9A48A7-D7E7-4A2F-984C-CC86151431C5}" dt="2026-09-07T11:20:50.840" v="746" actId="47"/>
        <pc:sldMkLst>
          <pc:docMk/>
          <pc:sldMk cId="0" sldId="286"/>
        </pc:sldMkLst>
      </pc:sldChg>
      <pc:sldChg chg="del">
        <pc:chgData name="Spale, Jan" userId="6dc488dd-d6ab-43ea-8d46-afaf0bca8de6" providerId="ADAL" clId="{4C9A48A7-D7E7-4A2F-984C-CC86151431C5}" dt="2026-09-07T09:17:19.157" v="130" actId="47"/>
        <pc:sldMkLst>
          <pc:docMk/>
          <pc:sldMk cId="0" sldId="287"/>
        </pc:sldMkLst>
      </pc:sldChg>
      <pc:sldChg chg="del">
        <pc:chgData name="Spale, Jan" userId="6dc488dd-d6ab-43ea-8d46-afaf0bca8de6" providerId="ADAL" clId="{4C9A48A7-D7E7-4A2F-984C-CC86151431C5}" dt="2026-09-07T11:11:20.687" v="612" actId="47"/>
        <pc:sldMkLst>
          <pc:docMk/>
          <pc:sldMk cId="0" sldId="288"/>
        </pc:sldMkLst>
      </pc:sldChg>
      <pc:sldChg chg="del">
        <pc:chgData name="Spale, Jan" userId="6dc488dd-d6ab-43ea-8d46-afaf0bca8de6" providerId="ADAL" clId="{4C9A48A7-D7E7-4A2F-984C-CC86151431C5}" dt="2026-09-07T09:17:25.875" v="131" actId="47"/>
        <pc:sldMkLst>
          <pc:docMk/>
          <pc:sldMk cId="0" sldId="289"/>
        </pc:sldMkLst>
      </pc:sldChg>
      <pc:sldChg chg="modSp del mod">
        <pc:chgData name="Spale, Jan" userId="6dc488dd-d6ab-43ea-8d46-afaf0bca8de6" providerId="ADAL" clId="{4C9A48A7-D7E7-4A2F-984C-CC86151431C5}" dt="2026-09-07T12:01:47.083" v="788" actId="47"/>
        <pc:sldMkLst>
          <pc:docMk/>
          <pc:sldMk cId="0" sldId="290"/>
        </pc:sldMkLst>
        <pc:spChg chg="mod">
          <ac:chgData name="Spale, Jan" userId="6dc488dd-d6ab-43ea-8d46-afaf0bca8de6" providerId="ADAL" clId="{4C9A48A7-D7E7-4A2F-984C-CC86151431C5}" dt="2026-09-07T11:11:28.691" v="613" actId="6549"/>
          <ac:spMkLst>
            <pc:docMk/>
            <pc:sldMk cId="0" sldId="290"/>
            <ac:spMk id="20" creationId="{00000000-0000-0000-0000-000000000000}"/>
          </ac:spMkLst>
        </pc:spChg>
      </pc:sldChg>
      <pc:sldChg chg="del">
        <pc:chgData name="Spale, Jan" userId="6dc488dd-d6ab-43ea-8d46-afaf0bca8de6" providerId="ADAL" clId="{4C9A48A7-D7E7-4A2F-984C-CC86151431C5}" dt="2026-09-07T09:17:32.019" v="132" actId="47"/>
        <pc:sldMkLst>
          <pc:docMk/>
          <pc:sldMk cId="0" sldId="291"/>
        </pc:sldMkLst>
      </pc:sldChg>
      <pc:sldChg chg="del">
        <pc:chgData name="Spale, Jan" userId="6dc488dd-d6ab-43ea-8d46-afaf0bca8de6" providerId="ADAL" clId="{4C9A48A7-D7E7-4A2F-984C-CC86151431C5}" dt="2026-09-07T09:17:33.696" v="133" actId="47"/>
        <pc:sldMkLst>
          <pc:docMk/>
          <pc:sldMk cId="0" sldId="292"/>
        </pc:sldMkLst>
      </pc:sldChg>
      <pc:sldChg chg="addSp delSp modSp mod">
        <pc:chgData name="Spale, Jan" userId="6dc488dd-d6ab-43ea-8d46-afaf0bca8de6" providerId="ADAL" clId="{4C9A48A7-D7E7-4A2F-984C-CC86151431C5}" dt="2026-09-07T11:21:47.645" v="782" actId="20577"/>
        <pc:sldMkLst>
          <pc:docMk/>
          <pc:sldMk cId="0" sldId="293"/>
        </pc:sldMkLst>
        <pc:spChg chg="mod">
          <ac:chgData name="Spale, Jan" userId="6dc488dd-d6ab-43ea-8d46-afaf0bca8de6" providerId="ADAL" clId="{4C9A48A7-D7E7-4A2F-984C-CC86151431C5}" dt="2026-09-07T11:21:47.645" v="782" actId="20577"/>
          <ac:spMkLst>
            <pc:docMk/>
            <pc:sldMk cId="0" sldId="293"/>
            <ac:spMk id="4" creationId="{00000000-0000-0000-0000-000000000000}"/>
          </ac:spMkLst>
        </pc:spChg>
        <pc:spChg chg="add del mod">
          <ac:chgData name="Spale, Jan" userId="6dc488dd-d6ab-43ea-8d46-afaf0bca8de6" providerId="ADAL" clId="{4C9A48A7-D7E7-4A2F-984C-CC86151431C5}" dt="2026-09-07T11:21:46.225" v="781" actId="6549"/>
          <ac:spMkLst>
            <pc:docMk/>
            <pc:sldMk cId="0" sldId="293"/>
            <ac:spMk id="5" creationId="{00000000-0000-0000-0000-000000000000}"/>
          </ac:spMkLst>
        </pc:spChg>
      </pc:sldChg>
      <pc:sldChg chg="addSp delSp modSp add del mod setBg">
        <pc:chgData name="Spale, Jan" userId="6dc488dd-d6ab-43ea-8d46-afaf0bca8de6" providerId="ADAL" clId="{4C9A48A7-D7E7-4A2F-984C-CC86151431C5}" dt="2026-09-07T11:09:48.438" v="556" actId="47"/>
        <pc:sldMkLst>
          <pc:docMk/>
          <pc:sldMk cId="2463946320" sldId="294"/>
        </pc:sldMkLst>
      </pc:sldChg>
      <pc:sldChg chg="addSp delSp modSp add del mod ord setBg">
        <pc:chgData name="Spale, Jan" userId="6dc488dd-d6ab-43ea-8d46-afaf0bca8de6" providerId="ADAL" clId="{4C9A48A7-D7E7-4A2F-984C-CC86151431C5}" dt="2026-09-07T11:12:43.816" v="618" actId="2696"/>
        <pc:sldMkLst>
          <pc:docMk/>
          <pc:sldMk cId="743512649" sldId="295"/>
        </pc:sldMkLst>
        <pc:spChg chg="mod">
          <ac:chgData name="Spale, Jan" userId="6dc488dd-d6ab-43ea-8d46-afaf0bca8de6" providerId="ADAL" clId="{4C9A48A7-D7E7-4A2F-984C-CC86151431C5}" dt="2026-09-07T11:10:05.782" v="596" actId="20577"/>
          <ac:spMkLst>
            <pc:docMk/>
            <pc:sldMk cId="743512649" sldId="295"/>
            <ac:spMk id="4" creationId="{672647A9-08EF-D8DA-F1C5-BCE9F7394A9E}"/>
          </ac:spMkLst>
        </pc:spChg>
        <pc:spChg chg="del">
          <ac:chgData name="Spale, Jan" userId="6dc488dd-d6ab-43ea-8d46-afaf0bca8de6" providerId="ADAL" clId="{4C9A48A7-D7E7-4A2F-984C-CC86151431C5}" dt="2026-09-07T11:10:08.480" v="597" actId="478"/>
          <ac:spMkLst>
            <pc:docMk/>
            <pc:sldMk cId="743512649" sldId="295"/>
            <ac:spMk id="5" creationId="{E36F2671-9C4A-BBE3-B34D-C8B81DD66042}"/>
          </ac:spMkLst>
        </pc:spChg>
      </pc:sldChg>
      <pc:sldChg chg="add">
        <pc:chgData name="Spale, Jan" userId="6dc488dd-d6ab-43ea-8d46-afaf0bca8de6" providerId="ADAL" clId="{4C9A48A7-D7E7-4A2F-984C-CC86151431C5}" dt="2026-09-07T11:13:02.505" v="620"/>
        <pc:sldMkLst>
          <pc:docMk/>
          <pc:sldMk cId="3288894348" sldId="295"/>
        </pc:sldMkLst>
      </pc:sldChg>
      <pc:sldChg chg="add">
        <pc:chgData name="Spale, Jan" userId="6dc488dd-d6ab-43ea-8d46-afaf0bca8de6" providerId="ADAL" clId="{4C9A48A7-D7E7-4A2F-984C-CC86151431C5}" dt="2026-09-07T11:13:02.505" v="620"/>
        <pc:sldMkLst>
          <pc:docMk/>
          <pc:sldMk cId="1505659149" sldId="296"/>
        </pc:sldMkLst>
      </pc:sldChg>
      <pc:sldChg chg="addSp delSp modSp add del mod">
        <pc:chgData name="Spale, Jan" userId="6dc488dd-d6ab-43ea-8d46-afaf0bca8de6" providerId="ADAL" clId="{4C9A48A7-D7E7-4A2F-984C-CC86151431C5}" dt="2026-09-07T11:12:43.816" v="618" actId="2696"/>
        <pc:sldMkLst>
          <pc:docMk/>
          <pc:sldMk cId="3855670803" sldId="296"/>
        </pc:sldMkLst>
        <pc:spChg chg="add mod">
          <ac:chgData name="Spale, Jan" userId="6dc488dd-d6ab-43ea-8d46-afaf0bca8de6" providerId="ADAL" clId="{4C9A48A7-D7E7-4A2F-984C-CC86151431C5}" dt="2026-09-07T11:10:49.067" v="611" actId="1076"/>
          <ac:spMkLst>
            <pc:docMk/>
            <pc:sldMk cId="3855670803" sldId="296"/>
            <ac:spMk id="5" creationId="{45E4AC49-AD6D-7380-474E-14A1A04042A6}"/>
          </ac:spMkLst>
        </pc:spChg>
        <pc:picChg chg="mod">
          <ac:chgData name="Spale, Jan" userId="6dc488dd-d6ab-43ea-8d46-afaf0bca8de6" providerId="ADAL" clId="{4C9A48A7-D7E7-4A2F-984C-CC86151431C5}" dt="2026-09-07T11:10:20.833" v="598" actId="1076"/>
          <ac:picMkLst>
            <pc:docMk/>
            <pc:sldMk cId="3855670803" sldId="296"/>
            <ac:picMk id="26" creationId="{7278A6C0-5302-8423-9FCA-80B29860EE06}"/>
          </ac:picMkLst>
        </pc:picChg>
      </pc:sldChg>
      <pc:sldChg chg="delSp modSp mod">
        <pc:chgData name="Spale, Jan" userId="6dc488dd-d6ab-43ea-8d46-afaf0bca8de6" providerId="ADAL" clId="{4C9A48A7-D7E7-4A2F-984C-CC86151431C5}" dt="2026-09-07T10:20:21.660" v="140" actId="115"/>
        <pc:sldMkLst>
          <pc:docMk/>
          <pc:sldMk cId="0" sldId="299"/>
        </pc:sldMkLst>
        <pc:spChg chg="mod">
          <ac:chgData name="Spale, Jan" userId="6dc488dd-d6ab-43ea-8d46-afaf0bca8de6" providerId="ADAL" clId="{4C9A48A7-D7E7-4A2F-984C-CC86151431C5}" dt="2026-09-07T10:20:13.908" v="136" actId="13926"/>
          <ac:spMkLst>
            <pc:docMk/>
            <pc:sldMk cId="0" sldId="299"/>
            <ac:spMk id="4" creationId="{00000000-0000-0000-0000-000000000000}"/>
          </ac:spMkLst>
        </pc:spChg>
        <pc:spChg chg="del">
          <ac:chgData name="Spale, Jan" userId="6dc488dd-d6ab-43ea-8d46-afaf0bca8de6" providerId="ADAL" clId="{4C9A48A7-D7E7-4A2F-984C-CC86151431C5}" dt="2026-09-07T10:20:14.956" v="137" actId="478"/>
          <ac:spMkLst>
            <pc:docMk/>
            <pc:sldMk cId="0" sldId="299"/>
            <ac:spMk id="5" creationId="{00000000-0000-0000-0000-000000000000}"/>
          </ac:spMkLst>
        </pc:spChg>
        <pc:spChg chg="mod">
          <ac:chgData name="Spale, Jan" userId="6dc488dd-d6ab-43ea-8d46-afaf0bca8de6" providerId="ADAL" clId="{4C9A48A7-D7E7-4A2F-984C-CC86151431C5}" dt="2026-09-07T10:19:52.502" v="135" actId="1076"/>
          <ac:spMkLst>
            <pc:docMk/>
            <pc:sldMk cId="0" sldId="299"/>
            <ac:spMk id="12" creationId="{00000000-0000-0000-0000-000000000000}"/>
          </ac:spMkLst>
        </pc:spChg>
        <pc:spChg chg="mod">
          <ac:chgData name="Spale, Jan" userId="6dc488dd-d6ab-43ea-8d46-afaf0bca8de6" providerId="ADAL" clId="{4C9A48A7-D7E7-4A2F-984C-CC86151431C5}" dt="2026-09-07T10:20:21.660" v="140" actId="115"/>
          <ac:spMkLst>
            <pc:docMk/>
            <pc:sldMk cId="0" sldId="299"/>
            <ac:spMk id="31" creationId="{00000000-0000-0000-0000-000000000000}"/>
          </ac:spMkLst>
        </pc:spChg>
      </pc:sldChg>
      <pc:sldChg chg="modSp mod">
        <pc:chgData name="Spale, Jan" userId="6dc488dd-d6ab-43ea-8d46-afaf0bca8de6" providerId="ADAL" clId="{4C9A48A7-D7E7-4A2F-984C-CC86151431C5}" dt="2026-09-07T10:20:36.608" v="141" actId="1076"/>
        <pc:sldMkLst>
          <pc:docMk/>
          <pc:sldMk cId="0" sldId="302"/>
        </pc:sldMkLst>
        <pc:spChg chg="mod">
          <ac:chgData name="Spale, Jan" userId="6dc488dd-d6ab-43ea-8d46-afaf0bca8de6" providerId="ADAL" clId="{4C9A48A7-D7E7-4A2F-984C-CC86151431C5}" dt="2026-09-07T10:20:36.608" v="141" actId="1076"/>
          <ac:spMkLst>
            <pc:docMk/>
            <pc:sldMk cId="0" sldId="302"/>
            <ac:spMk id="4" creationId="{00000000-0000-0000-0000-000000000000}"/>
          </ac:spMkLst>
        </pc:spChg>
      </pc:sldChg>
      <pc:sldChg chg="del">
        <pc:chgData name="Spale, Jan" userId="6dc488dd-d6ab-43ea-8d46-afaf0bca8de6" providerId="ADAL" clId="{4C9A48A7-D7E7-4A2F-984C-CC86151431C5}" dt="2026-09-07T10:20:54.998" v="142" actId="47"/>
        <pc:sldMkLst>
          <pc:docMk/>
          <pc:sldMk cId="0" sldId="307"/>
        </pc:sldMkLst>
      </pc:sldChg>
      <pc:sldChg chg="modSp mod">
        <pc:chgData name="Spale, Jan" userId="6dc488dd-d6ab-43ea-8d46-afaf0bca8de6" providerId="ADAL" clId="{4C9A48A7-D7E7-4A2F-984C-CC86151431C5}" dt="2026-09-07T10:45:04.438" v="447" actId="1076"/>
        <pc:sldMkLst>
          <pc:docMk/>
          <pc:sldMk cId="0" sldId="308"/>
        </pc:sldMkLst>
        <pc:picChg chg="mod">
          <ac:chgData name="Spale, Jan" userId="6dc488dd-d6ab-43ea-8d46-afaf0bca8de6" providerId="ADAL" clId="{4C9A48A7-D7E7-4A2F-984C-CC86151431C5}" dt="2026-09-07T10:45:04.438" v="447" actId="1076"/>
          <ac:picMkLst>
            <pc:docMk/>
            <pc:sldMk cId="0" sldId="308"/>
            <ac:picMk id="2" creationId="{00000000-0000-0000-0000-000000000000}"/>
          </ac:picMkLst>
        </pc:picChg>
      </pc:sldChg>
      <pc:sldChg chg="del">
        <pc:chgData name="Spale, Jan" userId="6dc488dd-d6ab-43ea-8d46-afaf0bca8de6" providerId="ADAL" clId="{4C9A48A7-D7E7-4A2F-984C-CC86151431C5}" dt="2026-09-07T10:23:05.546" v="203" actId="47"/>
        <pc:sldMkLst>
          <pc:docMk/>
          <pc:sldMk cId="0" sldId="309"/>
        </pc:sldMkLst>
      </pc:sldChg>
      <pc:sldChg chg="del">
        <pc:chgData name="Spale, Jan" userId="6dc488dd-d6ab-43ea-8d46-afaf0bca8de6" providerId="ADAL" clId="{4C9A48A7-D7E7-4A2F-984C-CC86151431C5}" dt="2026-09-07T10:23:07.782" v="204" actId="47"/>
        <pc:sldMkLst>
          <pc:docMk/>
          <pc:sldMk cId="0" sldId="310"/>
        </pc:sldMkLst>
      </pc:sldChg>
      <pc:sldChg chg="modSp mod">
        <pc:chgData name="Spale, Jan" userId="6dc488dd-d6ab-43ea-8d46-afaf0bca8de6" providerId="ADAL" clId="{4C9A48A7-D7E7-4A2F-984C-CC86151431C5}" dt="2026-09-07T10:23:30.333" v="209" actId="1076"/>
        <pc:sldMkLst>
          <pc:docMk/>
          <pc:sldMk cId="0" sldId="311"/>
        </pc:sldMkLst>
        <pc:spChg chg="mod">
          <ac:chgData name="Spale, Jan" userId="6dc488dd-d6ab-43ea-8d46-afaf0bca8de6" providerId="ADAL" clId="{4C9A48A7-D7E7-4A2F-984C-CC86151431C5}" dt="2026-09-07T10:23:20.463" v="206" actId="1076"/>
          <ac:spMkLst>
            <pc:docMk/>
            <pc:sldMk cId="0" sldId="311"/>
            <ac:spMk id="11" creationId="{00000000-0000-0000-0000-000000000000}"/>
          </ac:spMkLst>
        </pc:spChg>
        <pc:spChg chg="mod">
          <ac:chgData name="Spale, Jan" userId="6dc488dd-d6ab-43ea-8d46-afaf0bca8de6" providerId="ADAL" clId="{4C9A48A7-D7E7-4A2F-984C-CC86151431C5}" dt="2026-09-07T10:23:17.053" v="205" actId="1076"/>
          <ac:spMkLst>
            <pc:docMk/>
            <pc:sldMk cId="0" sldId="311"/>
            <ac:spMk id="13" creationId="{00000000-0000-0000-0000-000000000000}"/>
          </ac:spMkLst>
        </pc:spChg>
        <pc:spChg chg="mod">
          <ac:chgData name="Spale, Jan" userId="6dc488dd-d6ab-43ea-8d46-afaf0bca8de6" providerId="ADAL" clId="{4C9A48A7-D7E7-4A2F-984C-CC86151431C5}" dt="2026-09-07T10:23:23.001" v="207" actId="1076"/>
          <ac:spMkLst>
            <pc:docMk/>
            <pc:sldMk cId="0" sldId="311"/>
            <ac:spMk id="15" creationId="{00000000-0000-0000-0000-000000000000}"/>
          </ac:spMkLst>
        </pc:spChg>
        <pc:spChg chg="mod">
          <ac:chgData name="Spale, Jan" userId="6dc488dd-d6ab-43ea-8d46-afaf0bca8de6" providerId="ADAL" clId="{4C9A48A7-D7E7-4A2F-984C-CC86151431C5}" dt="2026-09-07T10:23:27.175" v="208" actId="1076"/>
          <ac:spMkLst>
            <pc:docMk/>
            <pc:sldMk cId="0" sldId="311"/>
            <ac:spMk id="18" creationId="{00000000-0000-0000-0000-000000000000}"/>
          </ac:spMkLst>
        </pc:spChg>
        <pc:spChg chg="mod">
          <ac:chgData name="Spale, Jan" userId="6dc488dd-d6ab-43ea-8d46-afaf0bca8de6" providerId="ADAL" clId="{4C9A48A7-D7E7-4A2F-984C-CC86151431C5}" dt="2026-09-07T10:23:30.333" v="209" actId="1076"/>
          <ac:spMkLst>
            <pc:docMk/>
            <pc:sldMk cId="0" sldId="311"/>
            <ac:spMk id="20" creationId="{00000000-0000-0000-0000-000000000000}"/>
          </ac:spMkLst>
        </pc:spChg>
      </pc:sldChg>
      <pc:sldChg chg="modSp mod">
        <pc:chgData name="Spale, Jan" userId="6dc488dd-d6ab-43ea-8d46-afaf0bca8de6" providerId="ADAL" clId="{4C9A48A7-D7E7-4A2F-984C-CC86151431C5}" dt="2026-09-07T10:23:40.546" v="210" actId="20577"/>
        <pc:sldMkLst>
          <pc:docMk/>
          <pc:sldMk cId="0" sldId="312"/>
        </pc:sldMkLst>
        <pc:spChg chg="mod">
          <ac:chgData name="Spale, Jan" userId="6dc488dd-d6ab-43ea-8d46-afaf0bca8de6" providerId="ADAL" clId="{4C9A48A7-D7E7-4A2F-984C-CC86151431C5}" dt="2026-09-07T10:23:40.546" v="210" actId="20577"/>
          <ac:spMkLst>
            <pc:docMk/>
            <pc:sldMk cId="0" sldId="312"/>
            <ac:spMk id="4" creationId="{00000000-0000-0000-0000-000000000000}"/>
          </ac:spMkLst>
        </pc:spChg>
      </pc:sldChg>
      <pc:sldChg chg="modSp mod">
        <pc:chgData name="Spale, Jan" userId="6dc488dd-d6ab-43ea-8d46-afaf0bca8de6" providerId="ADAL" clId="{4C9A48A7-D7E7-4A2F-984C-CC86151431C5}" dt="2026-09-07T10:23:54.268" v="211" actId="1076"/>
        <pc:sldMkLst>
          <pc:docMk/>
          <pc:sldMk cId="0" sldId="313"/>
        </pc:sldMkLst>
        <pc:spChg chg="mod">
          <ac:chgData name="Spale, Jan" userId="6dc488dd-d6ab-43ea-8d46-afaf0bca8de6" providerId="ADAL" clId="{4C9A48A7-D7E7-4A2F-984C-CC86151431C5}" dt="2026-09-07T10:23:54.268" v="211" actId="1076"/>
          <ac:spMkLst>
            <pc:docMk/>
            <pc:sldMk cId="0" sldId="313"/>
            <ac:spMk id="4" creationId="{00000000-0000-0000-0000-000000000000}"/>
          </ac:spMkLst>
        </pc:spChg>
      </pc:sldChg>
      <pc:sldChg chg="delSp mod">
        <pc:chgData name="Spale, Jan" userId="6dc488dd-d6ab-43ea-8d46-afaf0bca8de6" providerId="ADAL" clId="{4C9A48A7-D7E7-4A2F-984C-CC86151431C5}" dt="2026-09-07T10:24:16.891" v="227" actId="478"/>
        <pc:sldMkLst>
          <pc:docMk/>
          <pc:sldMk cId="0" sldId="314"/>
        </pc:sldMkLst>
        <pc:spChg chg="del">
          <ac:chgData name="Spale, Jan" userId="6dc488dd-d6ab-43ea-8d46-afaf0bca8de6" providerId="ADAL" clId="{4C9A48A7-D7E7-4A2F-984C-CC86151431C5}" dt="2026-09-07T10:24:15.051" v="226" actId="478"/>
          <ac:spMkLst>
            <pc:docMk/>
            <pc:sldMk cId="0" sldId="314"/>
            <ac:spMk id="19" creationId="{00000000-0000-0000-0000-000000000000}"/>
          </ac:spMkLst>
        </pc:spChg>
        <pc:spChg chg="del">
          <ac:chgData name="Spale, Jan" userId="6dc488dd-d6ab-43ea-8d46-afaf0bca8de6" providerId="ADAL" clId="{4C9A48A7-D7E7-4A2F-984C-CC86151431C5}" dt="2026-09-07T10:24:16.891" v="227" actId="478"/>
          <ac:spMkLst>
            <pc:docMk/>
            <pc:sldMk cId="0" sldId="314"/>
            <ac:spMk id="20" creationId="{00000000-0000-0000-0000-000000000000}"/>
          </ac:spMkLst>
        </pc:spChg>
      </pc:sldChg>
      <pc:sldChg chg="addSp delSp modSp mod">
        <pc:chgData name="Spale, Jan" userId="6dc488dd-d6ab-43ea-8d46-afaf0bca8de6" providerId="ADAL" clId="{4C9A48A7-D7E7-4A2F-984C-CC86151431C5}" dt="2026-09-07T10:25:08.479" v="230" actId="478"/>
        <pc:sldMkLst>
          <pc:docMk/>
          <pc:sldMk cId="0" sldId="317"/>
        </pc:sldMkLst>
        <pc:spChg chg="mod">
          <ac:chgData name="Spale, Jan" userId="6dc488dd-d6ab-43ea-8d46-afaf0bca8de6" providerId="ADAL" clId="{4C9A48A7-D7E7-4A2F-984C-CC86151431C5}" dt="2026-09-07T10:24:40.988" v="228" actId="1076"/>
          <ac:spMkLst>
            <pc:docMk/>
            <pc:sldMk cId="0" sldId="317"/>
            <ac:spMk id="4" creationId="{00000000-0000-0000-0000-000000000000}"/>
          </ac:spMkLst>
        </pc:spChg>
        <pc:spChg chg="add del">
          <ac:chgData name="Spale, Jan" userId="6dc488dd-d6ab-43ea-8d46-afaf0bca8de6" providerId="ADAL" clId="{4C9A48A7-D7E7-4A2F-984C-CC86151431C5}" dt="2026-09-07T10:25:08.479" v="230" actId="478"/>
          <ac:spMkLst>
            <pc:docMk/>
            <pc:sldMk cId="0" sldId="317"/>
            <ac:spMk id="7" creationId="{00000000-0000-0000-0000-000000000000}"/>
          </ac:spMkLst>
        </pc:spChg>
      </pc:sldChg>
      <pc:sldChg chg="del">
        <pc:chgData name="Spale, Jan" userId="6dc488dd-d6ab-43ea-8d46-afaf0bca8de6" providerId="ADAL" clId="{4C9A48A7-D7E7-4A2F-984C-CC86151431C5}" dt="2026-09-07T10:25:21.252" v="231" actId="47"/>
        <pc:sldMkLst>
          <pc:docMk/>
          <pc:sldMk cId="0" sldId="318"/>
        </pc:sldMkLst>
      </pc:sldChg>
      <pc:sldChg chg="delSp modSp mod">
        <pc:chgData name="Spale, Jan" userId="6dc488dd-d6ab-43ea-8d46-afaf0bca8de6" providerId="ADAL" clId="{4C9A48A7-D7E7-4A2F-984C-CC86151431C5}" dt="2026-09-07T10:40:26.215" v="290" actId="1076"/>
        <pc:sldMkLst>
          <pc:docMk/>
          <pc:sldMk cId="0" sldId="319"/>
        </pc:sldMkLst>
        <pc:spChg chg="del">
          <ac:chgData name="Spale, Jan" userId="6dc488dd-d6ab-43ea-8d46-afaf0bca8de6" providerId="ADAL" clId="{4C9A48A7-D7E7-4A2F-984C-CC86151431C5}" dt="2026-09-07T10:40:20.278" v="286" actId="478"/>
          <ac:spMkLst>
            <pc:docMk/>
            <pc:sldMk cId="0" sldId="319"/>
            <ac:spMk id="17" creationId="{00000000-0000-0000-0000-000000000000}"/>
          </ac:spMkLst>
        </pc:spChg>
        <pc:picChg chg="mod">
          <ac:chgData name="Spale, Jan" userId="6dc488dd-d6ab-43ea-8d46-afaf0bca8de6" providerId="ADAL" clId="{4C9A48A7-D7E7-4A2F-984C-CC86151431C5}" dt="2026-09-07T10:40:26.215" v="290" actId="1076"/>
          <ac:picMkLst>
            <pc:docMk/>
            <pc:sldMk cId="0" sldId="319"/>
            <ac:picMk id="9" creationId="{00000000-0000-0000-0000-000000000000}"/>
          </ac:picMkLst>
        </pc:picChg>
      </pc:sldChg>
      <pc:sldChg chg="modSp mod">
        <pc:chgData name="Spale, Jan" userId="6dc488dd-d6ab-43ea-8d46-afaf0bca8de6" providerId="ADAL" clId="{4C9A48A7-D7E7-4A2F-984C-CC86151431C5}" dt="2026-09-07T10:40:55.940" v="293" actId="20577"/>
        <pc:sldMkLst>
          <pc:docMk/>
          <pc:sldMk cId="0" sldId="320"/>
        </pc:sldMkLst>
        <pc:spChg chg="mod">
          <ac:chgData name="Spale, Jan" userId="6dc488dd-d6ab-43ea-8d46-afaf0bca8de6" providerId="ADAL" clId="{4C9A48A7-D7E7-4A2F-984C-CC86151431C5}" dt="2026-09-07T10:40:55.940" v="293" actId="20577"/>
          <ac:spMkLst>
            <pc:docMk/>
            <pc:sldMk cId="0" sldId="320"/>
            <ac:spMk id="25" creationId="{00000000-0000-0000-0000-000000000000}"/>
          </ac:spMkLst>
        </pc:spChg>
      </pc:sldChg>
      <pc:sldChg chg="del">
        <pc:chgData name="Spale, Jan" userId="6dc488dd-d6ab-43ea-8d46-afaf0bca8de6" providerId="ADAL" clId="{4C9A48A7-D7E7-4A2F-984C-CC86151431C5}" dt="2026-09-07T12:00:45.624" v="785" actId="47"/>
        <pc:sldMkLst>
          <pc:docMk/>
          <pc:sldMk cId="0" sldId="321"/>
        </pc:sldMkLst>
      </pc:sldChg>
      <pc:sldChg chg="modSp mod">
        <pc:chgData name="Spale, Jan" userId="6dc488dd-d6ab-43ea-8d46-afaf0bca8de6" providerId="ADAL" clId="{4C9A48A7-D7E7-4A2F-984C-CC86151431C5}" dt="2026-09-07T10:41:03.832" v="294" actId="6549"/>
        <pc:sldMkLst>
          <pc:docMk/>
          <pc:sldMk cId="0" sldId="322"/>
        </pc:sldMkLst>
        <pc:spChg chg="mod">
          <ac:chgData name="Spale, Jan" userId="6dc488dd-d6ab-43ea-8d46-afaf0bca8de6" providerId="ADAL" clId="{4C9A48A7-D7E7-4A2F-984C-CC86151431C5}" dt="2026-09-07T10:41:03.832" v="294" actId="6549"/>
          <ac:spMkLst>
            <pc:docMk/>
            <pc:sldMk cId="0" sldId="322"/>
            <ac:spMk id="4" creationId="{00000000-0000-0000-0000-000000000000}"/>
          </ac:spMkLst>
        </pc:spChg>
      </pc:sldChg>
      <pc:sldChg chg="del">
        <pc:chgData name="Spale, Jan" userId="6dc488dd-d6ab-43ea-8d46-afaf0bca8de6" providerId="ADAL" clId="{4C9A48A7-D7E7-4A2F-984C-CC86151431C5}" dt="2026-09-07T10:41:44.060" v="295" actId="47"/>
        <pc:sldMkLst>
          <pc:docMk/>
          <pc:sldMk cId="0" sldId="325"/>
        </pc:sldMkLst>
      </pc:sldChg>
      <pc:sldChg chg="delSp modSp mod">
        <pc:chgData name="Spale, Jan" userId="6dc488dd-d6ab-43ea-8d46-afaf0bca8de6" providerId="ADAL" clId="{4C9A48A7-D7E7-4A2F-984C-CC86151431C5}" dt="2026-09-07T10:42:51.045" v="303" actId="1076"/>
        <pc:sldMkLst>
          <pc:docMk/>
          <pc:sldMk cId="0" sldId="327"/>
        </pc:sldMkLst>
        <pc:spChg chg="mod">
          <ac:chgData name="Spale, Jan" userId="6dc488dd-d6ab-43ea-8d46-afaf0bca8de6" providerId="ADAL" clId="{4C9A48A7-D7E7-4A2F-984C-CC86151431C5}" dt="2026-09-07T10:42:51.045" v="303" actId="1076"/>
          <ac:spMkLst>
            <pc:docMk/>
            <pc:sldMk cId="0" sldId="327"/>
            <ac:spMk id="4" creationId="{00000000-0000-0000-0000-000000000000}"/>
          </ac:spMkLst>
        </pc:spChg>
        <pc:spChg chg="del">
          <ac:chgData name="Spale, Jan" userId="6dc488dd-d6ab-43ea-8d46-afaf0bca8de6" providerId="ADAL" clId="{4C9A48A7-D7E7-4A2F-984C-CC86151431C5}" dt="2026-09-07T10:42:36.018" v="296" actId="478"/>
          <ac:spMkLst>
            <pc:docMk/>
            <pc:sldMk cId="0" sldId="327"/>
            <ac:spMk id="5" creationId="{00000000-0000-0000-0000-000000000000}"/>
          </ac:spMkLst>
        </pc:spChg>
        <pc:spChg chg="mod">
          <ac:chgData name="Spale, Jan" userId="6dc488dd-d6ab-43ea-8d46-afaf0bca8de6" providerId="ADAL" clId="{4C9A48A7-D7E7-4A2F-984C-CC86151431C5}" dt="2026-09-07T10:42:45.844" v="300" actId="1076"/>
          <ac:spMkLst>
            <pc:docMk/>
            <pc:sldMk cId="0" sldId="327"/>
            <ac:spMk id="10" creationId="{00000000-0000-0000-0000-000000000000}"/>
          </ac:spMkLst>
        </pc:spChg>
        <pc:spChg chg="mod">
          <ac:chgData name="Spale, Jan" userId="6dc488dd-d6ab-43ea-8d46-afaf0bca8de6" providerId="ADAL" clId="{4C9A48A7-D7E7-4A2F-984C-CC86151431C5}" dt="2026-09-07T10:42:45.844" v="300" actId="1076"/>
          <ac:spMkLst>
            <pc:docMk/>
            <pc:sldMk cId="0" sldId="327"/>
            <ac:spMk id="11" creationId="{00000000-0000-0000-0000-000000000000}"/>
          </ac:spMkLst>
        </pc:spChg>
        <pc:spChg chg="mod">
          <ac:chgData name="Spale, Jan" userId="6dc488dd-d6ab-43ea-8d46-afaf0bca8de6" providerId="ADAL" clId="{4C9A48A7-D7E7-4A2F-984C-CC86151431C5}" dt="2026-09-07T10:42:45.844" v="300" actId="1076"/>
          <ac:spMkLst>
            <pc:docMk/>
            <pc:sldMk cId="0" sldId="327"/>
            <ac:spMk id="12" creationId="{00000000-0000-0000-0000-000000000000}"/>
          </ac:spMkLst>
        </pc:spChg>
        <pc:spChg chg="mod">
          <ac:chgData name="Spale, Jan" userId="6dc488dd-d6ab-43ea-8d46-afaf0bca8de6" providerId="ADAL" clId="{4C9A48A7-D7E7-4A2F-984C-CC86151431C5}" dt="2026-09-07T10:42:45.844" v="300" actId="1076"/>
          <ac:spMkLst>
            <pc:docMk/>
            <pc:sldMk cId="0" sldId="327"/>
            <ac:spMk id="13" creationId="{00000000-0000-0000-0000-000000000000}"/>
          </ac:spMkLst>
        </pc:spChg>
        <pc:spChg chg="mod">
          <ac:chgData name="Spale, Jan" userId="6dc488dd-d6ab-43ea-8d46-afaf0bca8de6" providerId="ADAL" clId="{4C9A48A7-D7E7-4A2F-984C-CC86151431C5}" dt="2026-09-07T10:42:45.844" v="300" actId="1076"/>
          <ac:spMkLst>
            <pc:docMk/>
            <pc:sldMk cId="0" sldId="327"/>
            <ac:spMk id="14" creationId="{00000000-0000-0000-0000-000000000000}"/>
          </ac:spMkLst>
        </pc:spChg>
        <pc:spChg chg="mod">
          <ac:chgData name="Spale, Jan" userId="6dc488dd-d6ab-43ea-8d46-afaf0bca8de6" providerId="ADAL" clId="{4C9A48A7-D7E7-4A2F-984C-CC86151431C5}" dt="2026-09-07T10:42:45.844" v="300" actId="1076"/>
          <ac:spMkLst>
            <pc:docMk/>
            <pc:sldMk cId="0" sldId="327"/>
            <ac:spMk id="15" creationId="{00000000-0000-0000-0000-000000000000}"/>
          </ac:spMkLst>
        </pc:spChg>
        <pc:spChg chg="mod">
          <ac:chgData name="Spale, Jan" userId="6dc488dd-d6ab-43ea-8d46-afaf0bca8de6" providerId="ADAL" clId="{4C9A48A7-D7E7-4A2F-984C-CC86151431C5}" dt="2026-09-07T10:42:45.844" v="300" actId="1076"/>
          <ac:spMkLst>
            <pc:docMk/>
            <pc:sldMk cId="0" sldId="327"/>
            <ac:spMk id="16" creationId="{00000000-0000-0000-0000-000000000000}"/>
          </ac:spMkLst>
        </pc:spChg>
        <pc:spChg chg="mod">
          <ac:chgData name="Spale, Jan" userId="6dc488dd-d6ab-43ea-8d46-afaf0bca8de6" providerId="ADAL" clId="{4C9A48A7-D7E7-4A2F-984C-CC86151431C5}" dt="2026-09-07T10:42:45.844" v="300" actId="1076"/>
          <ac:spMkLst>
            <pc:docMk/>
            <pc:sldMk cId="0" sldId="327"/>
            <ac:spMk id="18" creationId="{00000000-0000-0000-0000-000000000000}"/>
          </ac:spMkLst>
        </pc:spChg>
        <pc:spChg chg="mod">
          <ac:chgData name="Spale, Jan" userId="6dc488dd-d6ab-43ea-8d46-afaf0bca8de6" providerId="ADAL" clId="{4C9A48A7-D7E7-4A2F-984C-CC86151431C5}" dt="2026-09-07T10:42:45.844" v="300" actId="1076"/>
          <ac:spMkLst>
            <pc:docMk/>
            <pc:sldMk cId="0" sldId="327"/>
            <ac:spMk id="20" creationId="{00000000-0000-0000-0000-000000000000}"/>
          </ac:spMkLst>
        </pc:spChg>
        <pc:spChg chg="mod">
          <ac:chgData name="Spale, Jan" userId="6dc488dd-d6ab-43ea-8d46-afaf0bca8de6" providerId="ADAL" clId="{4C9A48A7-D7E7-4A2F-984C-CC86151431C5}" dt="2026-09-07T10:42:45.844" v="300" actId="1076"/>
          <ac:spMkLst>
            <pc:docMk/>
            <pc:sldMk cId="0" sldId="327"/>
            <ac:spMk id="24" creationId="{00000000-0000-0000-0000-000000000000}"/>
          </ac:spMkLst>
        </pc:spChg>
        <pc:spChg chg="del">
          <ac:chgData name="Spale, Jan" userId="6dc488dd-d6ab-43ea-8d46-afaf0bca8de6" providerId="ADAL" clId="{4C9A48A7-D7E7-4A2F-984C-CC86151431C5}" dt="2026-09-07T10:42:40.204" v="297" actId="478"/>
          <ac:spMkLst>
            <pc:docMk/>
            <pc:sldMk cId="0" sldId="327"/>
            <ac:spMk id="30" creationId="{00000000-0000-0000-0000-000000000000}"/>
          </ac:spMkLst>
        </pc:spChg>
        <pc:spChg chg="del mod">
          <ac:chgData name="Spale, Jan" userId="6dc488dd-d6ab-43ea-8d46-afaf0bca8de6" providerId="ADAL" clId="{4C9A48A7-D7E7-4A2F-984C-CC86151431C5}" dt="2026-09-07T10:42:41.107" v="299" actId="478"/>
          <ac:spMkLst>
            <pc:docMk/>
            <pc:sldMk cId="0" sldId="327"/>
            <ac:spMk id="31" creationId="{00000000-0000-0000-0000-000000000000}"/>
          </ac:spMkLst>
        </pc:spChg>
      </pc:sldChg>
      <pc:sldChg chg="modSp mod">
        <pc:chgData name="Spale, Jan" userId="6dc488dd-d6ab-43ea-8d46-afaf0bca8de6" providerId="ADAL" clId="{4C9A48A7-D7E7-4A2F-984C-CC86151431C5}" dt="2026-09-07T10:43:23.430" v="376" actId="20577"/>
        <pc:sldMkLst>
          <pc:docMk/>
          <pc:sldMk cId="0" sldId="330"/>
        </pc:sldMkLst>
        <pc:spChg chg="mod">
          <ac:chgData name="Spale, Jan" userId="6dc488dd-d6ab-43ea-8d46-afaf0bca8de6" providerId="ADAL" clId="{4C9A48A7-D7E7-4A2F-984C-CC86151431C5}" dt="2026-09-07T10:43:23.430" v="376" actId="20577"/>
          <ac:spMkLst>
            <pc:docMk/>
            <pc:sldMk cId="0" sldId="330"/>
            <ac:spMk id="4" creationId="{00000000-0000-0000-0000-000000000000}"/>
          </ac:spMkLst>
        </pc:spChg>
      </pc:sldChg>
      <pc:sldChg chg="del">
        <pc:chgData name="Spale, Jan" userId="6dc488dd-d6ab-43ea-8d46-afaf0bca8de6" providerId="ADAL" clId="{4C9A48A7-D7E7-4A2F-984C-CC86151431C5}" dt="2026-09-07T11:07:37.829" v="469" actId="47"/>
        <pc:sldMkLst>
          <pc:docMk/>
          <pc:sldMk cId="0" sldId="331"/>
        </pc:sldMkLst>
      </pc:sldChg>
      <pc:sldChg chg="modSp mod ord">
        <pc:chgData name="Spale, Jan" userId="6dc488dd-d6ab-43ea-8d46-afaf0bca8de6" providerId="ADAL" clId="{4C9A48A7-D7E7-4A2F-984C-CC86151431C5}" dt="2026-09-07T07:09:10.299" v="91"/>
        <pc:sldMkLst>
          <pc:docMk/>
          <pc:sldMk cId="0" sldId="333"/>
        </pc:sldMkLst>
        <pc:spChg chg="mod">
          <ac:chgData name="Spale, Jan" userId="6dc488dd-d6ab-43ea-8d46-afaf0bca8de6" providerId="ADAL" clId="{4C9A48A7-D7E7-4A2F-984C-CC86151431C5}" dt="2026-09-07T07:08:53.986" v="87" actId="20577"/>
          <ac:spMkLst>
            <pc:docMk/>
            <pc:sldMk cId="0" sldId="333"/>
            <ac:spMk id="4" creationId="{00000000-0000-0000-0000-000000000000}"/>
          </ac:spMkLst>
        </pc:spChg>
      </pc:sldChg>
      <pc:sldChg chg="addSp delSp modSp add mod">
        <pc:chgData name="Spale, Jan" userId="6dc488dd-d6ab-43ea-8d46-afaf0bca8de6" providerId="ADAL" clId="{4C9A48A7-D7E7-4A2F-984C-CC86151431C5}" dt="2026-09-07T10:45:29.293" v="454" actId="20577"/>
        <pc:sldMkLst>
          <pc:docMk/>
          <pc:sldMk cId="2859343222" sldId="334"/>
        </pc:sldMkLst>
        <pc:spChg chg="mod">
          <ac:chgData name="Spale, Jan" userId="6dc488dd-d6ab-43ea-8d46-afaf0bca8de6" providerId="ADAL" clId="{4C9A48A7-D7E7-4A2F-984C-CC86151431C5}" dt="2026-09-07T10:45:29.293" v="454" actId="20577"/>
          <ac:spMkLst>
            <pc:docMk/>
            <pc:sldMk cId="2859343222" sldId="334"/>
            <ac:spMk id="2" creationId="{00000000-0000-0000-0000-000000000000}"/>
          </ac:spMkLst>
        </pc:spChg>
        <pc:spChg chg="mod">
          <ac:chgData name="Spale, Jan" userId="6dc488dd-d6ab-43ea-8d46-afaf0bca8de6" providerId="ADAL" clId="{4C9A48A7-D7E7-4A2F-984C-CC86151431C5}" dt="2026-09-07T10:21:22.280" v="149" actId="6549"/>
          <ac:spMkLst>
            <pc:docMk/>
            <pc:sldMk cId="2859343222" sldId="334"/>
            <ac:spMk id="3" creationId="{00000000-0000-0000-0000-000000000000}"/>
          </ac:spMkLst>
        </pc:spChg>
        <pc:picChg chg="mod modCrop">
          <ac:chgData name="Spale, Jan" userId="6dc488dd-d6ab-43ea-8d46-afaf0bca8de6" providerId="ADAL" clId="{4C9A48A7-D7E7-4A2F-984C-CC86151431C5}" dt="2026-09-07T10:21:50.882" v="178" actId="1076"/>
          <ac:picMkLst>
            <pc:docMk/>
            <pc:sldMk cId="2859343222" sldId="334"/>
            <ac:picMk id="5" creationId="{00000000-0000-0000-0000-000000000000}"/>
          </ac:picMkLst>
        </pc:picChg>
        <pc:picChg chg="add">
          <ac:chgData name="Spale, Jan" userId="6dc488dd-d6ab-43ea-8d46-afaf0bca8de6" providerId="ADAL" clId="{4C9A48A7-D7E7-4A2F-984C-CC86151431C5}" dt="2026-09-07T10:45:06.389" v="448" actId="22"/>
          <ac:picMkLst>
            <pc:docMk/>
            <pc:sldMk cId="2859343222" sldId="334"/>
            <ac:picMk id="6" creationId="{BAA4ED05-2B95-ECB8-F00F-A068965D7FF0}"/>
          </ac:picMkLst>
        </pc:picChg>
        <pc:picChg chg="del">
          <ac:chgData name="Spale, Jan" userId="6dc488dd-d6ab-43ea-8d46-afaf0bca8de6" providerId="ADAL" clId="{4C9A48A7-D7E7-4A2F-984C-CC86151431C5}" dt="2026-09-07T10:21:07.497" v="143" actId="478"/>
          <ac:picMkLst>
            <pc:docMk/>
            <pc:sldMk cId="2859343222" sldId="334"/>
            <ac:picMk id="11" creationId="{00000000-0000-0000-0000-000000000000}"/>
          </ac:picMkLst>
        </pc:picChg>
        <pc:picChg chg="del mod">
          <ac:chgData name="Spale, Jan" userId="6dc488dd-d6ab-43ea-8d46-afaf0bca8de6" providerId="ADAL" clId="{4C9A48A7-D7E7-4A2F-984C-CC86151431C5}" dt="2026-09-07T10:21:41.449" v="174" actId="478"/>
          <ac:picMkLst>
            <pc:docMk/>
            <pc:sldMk cId="2859343222" sldId="334"/>
            <ac:picMk id="12" creationId="{00000000-0000-0000-0000-000000000000}"/>
          </ac:picMkLst>
        </pc:picChg>
      </pc:sldChg>
      <pc:sldChg chg="addSp delSp modSp add mod">
        <pc:chgData name="Spale, Jan" userId="6dc488dd-d6ab-43ea-8d46-afaf0bca8de6" providerId="ADAL" clId="{4C9A48A7-D7E7-4A2F-984C-CC86151431C5}" dt="2026-09-07T10:45:19.436" v="452" actId="478"/>
        <pc:sldMkLst>
          <pc:docMk/>
          <pc:sldMk cId="3832991297" sldId="370"/>
        </pc:sldMkLst>
        <pc:spChg chg="add del mod">
          <ac:chgData name="Spale, Jan" userId="6dc488dd-d6ab-43ea-8d46-afaf0bca8de6" providerId="ADAL" clId="{4C9A48A7-D7E7-4A2F-984C-CC86151431C5}" dt="2026-09-07T10:23:59.083" v="214"/>
          <ac:spMkLst>
            <pc:docMk/>
            <pc:sldMk cId="3832991297" sldId="370"/>
            <ac:spMk id="2" creationId="{A3B1B80E-D251-8885-8E6D-FB8A04D64757}"/>
          </ac:spMkLst>
        </pc:spChg>
        <pc:spChg chg="add del mod">
          <ac:chgData name="Spale, Jan" userId="6dc488dd-d6ab-43ea-8d46-afaf0bca8de6" providerId="ADAL" clId="{4C9A48A7-D7E7-4A2F-984C-CC86151431C5}" dt="2026-09-07T10:24:00.746" v="216" actId="478"/>
          <ac:spMkLst>
            <pc:docMk/>
            <pc:sldMk cId="3832991297" sldId="370"/>
            <ac:spMk id="3" creationId="{B307AD10-578A-8526-4CA5-9577272A47FD}"/>
          </ac:spMkLst>
        </pc:spChg>
        <pc:spChg chg="del mod">
          <ac:chgData name="Spale, Jan" userId="6dc488dd-d6ab-43ea-8d46-afaf0bca8de6" providerId="ADAL" clId="{4C9A48A7-D7E7-4A2F-984C-CC86151431C5}" dt="2026-09-07T10:45:19.436" v="452" actId="478"/>
          <ac:spMkLst>
            <pc:docMk/>
            <pc:sldMk cId="3832991297" sldId="370"/>
            <ac:spMk id="4" creationId="{00000000-0000-0000-0000-000000000000}"/>
          </ac:spMkLst>
        </pc:spChg>
        <pc:spChg chg="add del mod">
          <ac:chgData name="Spale, Jan" userId="6dc488dd-d6ab-43ea-8d46-afaf0bca8de6" providerId="ADAL" clId="{4C9A48A7-D7E7-4A2F-984C-CC86151431C5}" dt="2026-09-07T10:24:01.772" v="219"/>
          <ac:spMkLst>
            <pc:docMk/>
            <pc:sldMk cId="3832991297" sldId="370"/>
            <ac:spMk id="5" creationId="{9B4FFD7F-9A33-34E0-DEF0-2967077FC3C3}"/>
          </ac:spMkLst>
        </pc:spChg>
        <pc:spChg chg="add del mod">
          <ac:chgData name="Spale, Jan" userId="6dc488dd-d6ab-43ea-8d46-afaf0bca8de6" providerId="ADAL" clId="{4C9A48A7-D7E7-4A2F-984C-CC86151431C5}" dt="2026-09-07T10:24:02.215" v="222"/>
          <ac:spMkLst>
            <pc:docMk/>
            <pc:sldMk cId="3832991297" sldId="370"/>
            <ac:spMk id="6" creationId="{DF9D6016-2D8D-7C71-626B-069453E54765}"/>
          </ac:spMkLst>
        </pc:spChg>
        <pc:spChg chg="mod">
          <ac:chgData name="Spale, Jan" userId="6dc488dd-d6ab-43ea-8d46-afaf0bca8de6" providerId="ADAL" clId="{4C9A48A7-D7E7-4A2F-984C-CC86151431C5}" dt="2026-09-07T10:45:12.843" v="450" actId="1076"/>
          <ac:spMkLst>
            <pc:docMk/>
            <pc:sldMk cId="3832991297" sldId="370"/>
            <ac:spMk id="7" creationId="{00000000-0000-0000-0000-000000000000}"/>
          </ac:spMkLst>
        </pc:spChg>
        <pc:spChg chg="add del mod">
          <ac:chgData name="Spale, Jan" userId="6dc488dd-d6ab-43ea-8d46-afaf0bca8de6" providerId="ADAL" clId="{4C9A48A7-D7E7-4A2F-984C-CC86151431C5}" dt="2026-09-07T10:24:03.208" v="225"/>
          <ac:spMkLst>
            <pc:docMk/>
            <pc:sldMk cId="3832991297" sldId="370"/>
            <ac:spMk id="8" creationId="{08ABCDA6-AD07-ED27-8694-78FA2B7D56B3}"/>
          </ac:spMkLst>
        </pc:spChg>
        <pc:spChg chg="mod">
          <ac:chgData name="Spale, Jan" userId="6dc488dd-d6ab-43ea-8d46-afaf0bca8de6" providerId="ADAL" clId="{4C9A48A7-D7E7-4A2F-984C-CC86151431C5}" dt="2026-09-07T10:22:15.034" v="200" actId="1076"/>
          <ac:spMkLst>
            <pc:docMk/>
            <pc:sldMk cId="3832991297" sldId="370"/>
            <ac:spMk id="9" creationId="{00000000-0000-0000-0000-000000000000}"/>
          </ac:spMkLst>
        </pc:spChg>
        <pc:spChg chg="mod">
          <ac:chgData name="Spale, Jan" userId="6dc488dd-d6ab-43ea-8d46-afaf0bca8de6" providerId="ADAL" clId="{4C9A48A7-D7E7-4A2F-984C-CC86151431C5}" dt="2026-09-07T10:22:19.235" v="202" actId="14100"/>
          <ac:spMkLst>
            <pc:docMk/>
            <pc:sldMk cId="3832991297" sldId="370"/>
            <ac:spMk id="10" creationId="{00000000-0000-0000-0000-000000000000}"/>
          </ac:spMkLst>
        </pc:spChg>
        <pc:spChg chg="mod">
          <ac:chgData name="Spale, Jan" userId="6dc488dd-d6ab-43ea-8d46-afaf0bca8de6" providerId="ADAL" clId="{4C9A48A7-D7E7-4A2F-984C-CC86151431C5}" dt="2026-09-07T10:45:17.507" v="451" actId="1076"/>
          <ac:spMkLst>
            <pc:docMk/>
            <pc:sldMk cId="3832991297" sldId="370"/>
            <ac:spMk id="11" creationId="{00000000-0000-0000-0000-000000000000}"/>
          </ac:spMkLst>
        </pc:spChg>
        <pc:spChg chg="mod">
          <ac:chgData name="Spale, Jan" userId="6dc488dd-d6ab-43ea-8d46-afaf0bca8de6" providerId="ADAL" clId="{4C9A48A7-D7E7-4A2F-984C-CC86151431C5}" dt="2026-09-07T10:45:17.507" v="451" actId="1076"/>
          <ac:spMkLst>
            <pc:docMk/>
            <pc:sldMk cId="3832991297" sldId="370"/>
            <ac:spMk id="12" creationId="{00000000-0000-0000-0000-000000000000}"/>
          </ac:spMkLst>
        </pc:spChg>
        <pc:spChg chg="mod">
          <ac:chgData name="Spale, Jan" userId="6dc488dd-d6ab-43ea-8d46-afaf0bca8de6" providerId="ADAL" clId="{4C9A48A7-D7E7-4A2F-984C-CC86151431C5}" dt="2026-09-07T10:45:17.507" v="451" actId="1076"/>
          <ac:spMkLst>
            <pc:docMk/>
            <pc:sldMk cId="3832991297" sldId="370"/>
            <ac:spMk id="13" creationId="{00000000-0000-0000-0000-000000000000}"/>
          </ac:spMkLst>
        </pc:spChg>
        <pc:spChg chg="mod">
          <ac:chgData name="Spale, Jan" userId="6dc488dd-d6ab-43ea-8d46-afaf0bca8de6" providerId="ADAL" clId="{4C9A48A7-D7E7-4A2F-984C-CC86151431C5}" dt="2026-09-07T10:45:17.507" v="451" actId="1076"/>
          <ac:spMkLst>
            <pc:docMk/>
            <pc:sldMk cId="3832991297" sldId="370"/>
            <ac:spMk id="15" creationId="{00000000-0000-0000-0000-000000000000}"/>
          </ac:spMkLst>
        </pc:spChg>
        <pc:picChg chg="add">
          <ac:chgData name="Spale, Jan" userId="6dc488dd-d6ab-43ea-8d46-afaf0bca8de6" providerId="ADAL" clId="{4C9A48A7-D7E7-4A2F-984C-CC86151431C5}" dt="2026-09-07T10:45:08.381" v="449" actId="22"/>
          <ac:picMkLst>
            <pc:docMk/>
            <pc:sldMk cId="3832991297" sldId="370"/>
            <ac:picMk id="16" creationId="{0E4838F7-349E-7152-02DA-ADC8E8C3FE6D}"/>
          </ac:picMkLst>
        </pc:picChg>
      </pc:sldChg>
      <pc:sldChg chg="addSp delSp modSp add mod">
        <pc:chgData name="Spale, Jan" userId="6dc488dd-d6ab-43ea-8d46-afaf0bca8de6" providerId="ADAL" clId="{4C9A48A7-D7E7-4A2F-984C-CC86151431C5}" dt="2026-09-07T11:03:47.832" v="463" actId="14100"/>
        <pc:sldMkLst>
          <pc:docMk/>
          <pc:sldMk cId="1529935031" sldId="521"/>
        </pc:sldMkLst>
        <pc:spChg chg="mod">
          <ac:chgData name="Spale, Jan" userId="6dc488dd-d6ab-43ea-8d46-afaf0bca8de6" providerId="ADAL" clId="{4C9A48A7-D7E7-4A2F-984C-CC86151431C5}" dt="2026-09-07T11:03:45.881" v="462" actId="1076"/>
          <ac:spMkLst>
            <pc:docMk/>
            <pc:sldMk cId="1529935031" sldId="521"/>
            <ac:spMk id="3" creationId="{F94CAB87-1749-4470-8DEE-6435F4039F78}"/>
          </ac:spMkLst>
        </pc:spChg>
        <pc:spChg chg="mod">
          <ac:chgData name="Spale, Jan" userId="6dc488dd-d6ab-43ea-8d46-afaf0bca8de6" providerId="ADAL" clId="{4C9A48A7-D7E7-4A2F-984C-CC86151431C5}" dt="2026-09-07T11:03:30.429" v="460" actId="1076"/>
          <ac:spMkLst>
            <pc:docMk/>
            <pc:sldMk cId="1529935031" sldId="521"/>
            <ac:spMk id="13" creationId="{AF9BA0AC-504D-4B83-8D43-A85DF81BB81A}"/>
          </ac:spMkLst>
        </pc:spChg>
        <pc:picChg chg="add del">
          <ac:chgData name="Spale, Jan" userId="6dc488dd-d6ab-43ea-8d46-afaf0bca8de6" providerId="ADAL" clId="{4C9A48A7-D7E7-4A2F-984C-CC86151431C5}" dt="2026-09-07T11:03:27.537" v="459" actId="478"/>
          <ac:picMkLst>
            <pc:docMk/>
            <pc:sldMk cId="1529935031" sldId="521"/>
            <ac:picMk id="4" creationId="{63F40525-50B9-B965-5D73-8EF98D789F45}"/>
          </ac:picMkLst>
        </pc:picChg>
        <pc:picChg chg="mod">
          <ac:chgData name="Spale, Jan" userId="6dc488dd-d6ab-43ea-8d46-afaf0bca8de6" providerId="ADAL" clId="{4C9A48A7-D7E7-4A2F-984C-CC86151431C5}" dt="2026-09-07T11:03:47.832" v="463" actId="14100"/>
          <ac:picMkLst>
            <pc:docMk/>
            <pc:sldMk cId="1529935031" sldId="521"/>
            <ac:picMk id="2050" creationId="{7E66C5DD-3CEE-468D-B7D0-73A5632B09ED}"/>
          </ac:picMkLst>
        </pc:picChg>
      </pc:sldChg>
      <pc:sldChg chg="modSp add del">
        <pc:chgData name="Spale, Jan" userId="6dc488dd-d6ab-43ea-8d46-afaf0bca8de6" providerId="ADAL" clId="{4C9A48A7-D7E7-4A2F-984C-CC86151431C5}" dt="2026-09-07T11:03:51.803" v="464" actId="47"/>
        <pc:sldMkLst>
          <pc:docMk/>
          <pc:sldMk cId="3180247070" sldId="522"/>
        </pc:sldMkLst>
        <pc:spChg chg="mod">
          <ac:chgData name="Spale, Jan" userId="6dc488dd-d6ab-43ea-8d46-afaf0bca8de6" providerId="ADAL" clId="{4C9A48A7-D7E7-4A2F-984C-CC86151431C5}" dt="2026-09-07T10:44:49.812" v="446"/>
          <ac:spMkLst>
            <pc:docMk/>
            <pc:sldMk cId="3180247070" sldId="522"/>
            <ac:spMk id="13" creationId="{AF9BA0AC-504D-4B83-8D43-A85DF81BB81A}"/>
          </ac:spMkLst>
        </pc:spChg>
      </pc:sldChg>
      <pc:sldChg chg="modSp add mod">
        <pc:chgData name="Spale, Jan" userId="6dc488dd-d6ab-43ea-8d46-afaf0bca8de6" providerId="ADAL" clId="{4C9A48A7-D7E7-4A2F-984C-CC86151431C5}" dt="2026-09-07T11:04:03.875" v="468" actId="1076"/>
        <pc:sldMkLst>
          <pc:docMk/>
          <pc:sldMk cId="179652320" sldId="527"/>
        </pc:sldMkLst>
        <pc:spChg chg="mod">
          <ac:chgData name="Spale, Jan" userId="6dc488dd-d6ab-43ea-8d46-afaf0bca8de6" providerId="ADAL" clId="{4C9A48A7-D7E7-4A2F-984C-CC86151431C5}" dt="2026-09-07T11:04:03.875" v="468" actId="1076"/>
          <ac:spMkLst>
            <pc:docMk/>
            <pc:sldMk cId="179652320" sldId="527"/>
            <ac:spMk id="13" creationId="{AF9BA0AC-504D-4B83-8D43-A85DF81BB81A}"/>
          </ac:spMkLst>
        </pc:spChg>
      </pc:sldChg>
      <pc:sldChg chg="add del">
        <pc:chgData name="Spale, Jan" userId="6dc488dd-d6ab-43ea-8d46-afaf0bca8de6" providerId="ADAL" clId="{4C9A48A7-D7E7-4A2F-984C-CC86151431C5}" dt="2026-09-07T11:12:27.952" v="617" actId="47"/>
        <pc:sldMkLst>
          <pc:docMk/>
          <pc:sldMk cId="0" sldId="528"/>
        </pc:sldMkLst>
      </pc:sldChg>
      <pc:sldChg chg="add ord">
        <pc:chgData name="Spale, Jan" userId="6dc488dd-d6ab-43ea-8d46-afaf0bca8de6" providerId="ADAL" clId="{4C9A48A7-D7E7-4A2F-984C-CC86151431C5}" dt="2026-09-07T11:12:23.779" v="615"/>
        <pc:sldMkLst>
          <pc:docMk/>
          <pc:sldMk cId="0" sldId="529"/>
        </pc:sldMkLst>
      </pc:sldChg>
      <pc:sldChg chg="delSp modSp add mod setBg">
        <pc:chgData name="Spale, Jan" userId="6dc488dd-d6ab-43ea-8d46-afaf0bca8de6" providerId="ADAL" clId="{4C9A48A7-D7E7-4A2F-984C-CC86151431C5}" dt="2026-09-07T11:17:28.977" v="633" actId="478"/>
        <pc:sldMkLst>
          <pc:docMk/>
          <pc:sldMk cId="0" sldId="530"/>
        </pc:sldMkLst>
        <pc:spChg chg="mod">
          <ac:chgData name="Spale, Jan" userId="6dc488dd-d6ab-43ea-8d46-afaf0bca8de6" providerId="ADAL" clId="{4C9A48A7-D7E7-4A2F-984C-CC86151431C5}" dt="2026-09-07T11:17:24.270" v="631" actId="20577"/>
          <ac:spMkLst>
            <pc:docMk/>
            <pc:sldMk cId="0" sldId="530"/>
            <ac:spMk id="14" creationId="{00000000-0000-0000-0000-000000000000}"/>
          </ac:spMkLst>
        </pc:spChg>
        <pc:spChg chg="del">
          <ac:chgData name="Spale, Jan" userId="6dc488dd-d6ab-43ea-8d46-afaf0bca8de6" providerId="ADAL" clId="{4C9A48A7-D7E7-4A2F-984C-CC86151431C5}" dt="2026-09-07T11:17:28.977" v="633" actId="478"/>
          <ac:spMkLst>
            <pc:docMk/>
            <pc:sldMk cId="0" sldId="530"/>
            <ac:spMk id="21" creationId="{00000000-0000-0000-0000-000000000000}"/>
          </ac:spMkLst>
        </pc:spChg>
        <pc:spChg chg="del">
          <ac:chgData name="Spale, Jan" userId="6dc488dd-d6ab-43ea-8d46-afaf0bca8de6" providerId="ADAL" clId="{4C9A48A7-D7E7-4A2F-984C-CC86151431C5}" dt="2026-09-07T11:17:27.717" v="632" actId="478"/>
          <ac:spMkLst>
            <pc:docMk/>
            <pc:sldMk cId="0" sldId="530"/>
            <ac:spMk id="22" creationId="{00000000-0000-0000-0000-000000000000}"/>
          </ac:spMkLst>
        </pc:spChg>
      </pc:sldChg>
      <pc:sldChg chg="add setBg">
        <pc:chgData name="Spale, Jan" userId="6dc488dd-d6ab-43ea-8d46-afaf0bca8de6" providerId="ADAL" clId="{4C9A48A7-D7E7-4A2F-984C-CC86151431C5}" dt="2026-09-07T10:19:28.555" v="134"/>
        <pc:sldMkLst>
          <pc:docMk/>
          <pc:sldMk cId="0" sldId="531"/>
        </pc:sldMkLst>
      </pc:sldChg>
      <pc:sldChg chg="add setBg">
        <pc:chgData name="Spale, Jan" userId="6dc488dd-d6ab-43ea-8d46-afaf0bca8de6" providerId="ADAL" clId="{4C9A48A7-D7E7-4A2F-984C-CC86151431C5}" dt="2026-09-07T10:19:28.555" v="134"/>
        <pc:sldMkLst>
          <pc:docMk/>
          <pc:sldMk cId="0" sldId="532"/>
        </pc:sldMkLst>
      </pc:sldChg>
      <pc:sldChg chg="delSp add mod setBg">
        <pc:chgData name="Spale, Jan" userId="6dc488dd-d6ab-43ea-8d46-afaf0bca8de6" providerId="ADAL" clId="{4C9A48A7-D7E7-4A2F-984C-CC86151431C5}" dt="2026-09-07T11:20:01.997" v="728" actId="478"/>
        <pc:sldMkLst>
          <pc:docMk/>
          <pc:sldMk cId="0" sldId="533"/>
        </pc:sldMkLst>
        <pc:spChg chg="del">
          <ac:chgData name="Spale, Jan" userId="6dc488dd-d6ab-43ea-8d46-afaf0bca8de6" providerId="ADAL" clId="{4C9A48A7-D7E7-4A2F-984C-CC86151431C5}" dt="2026-09-07T11:20:01.997" v="728" actId="478"/>
          <ac:spMkLst>
            <pc:docMk/>
            <pc:sldMk cId="0" sldId="533"/>
            <ac:spMk id="9" creationId="{00000000-0000-0000-0000-000000000000}"/>
          </ac:spMkLst>
        </pc:spChg>
      </pc:sldChg>
      <pc:sldChg chg="delSp add mod setBg">
        <pc:chgData name="Spale, Jan" userId="6dc488dd-d6ab-43ea-8d46-afaf0bca8de6" providerId="ADAL" clId="{4C9A48A7-D7E7-4A2F-984C-CC86151431C5}" dt="2026-09-07T11:20:04.672" v="729" actId="478"/>
        <pc:sldMkLst>
          <pc:docMk/>
          <pc:sldMk cId="0" sldId="534"/>
        </pc:sldMkLst>
        <pc:spChg chg="del">
          <ac:chgData name="Spale, Jan" userId="6dc488dd-d6ab-43ea-8d46-afaf0bca8de6" providerId="ADAL" clId="{4C9A48A7-D7E7-4A2F-984C-CC86151431C5}" dt="2026-09-07T11:20:04.672" v="729" actId="478"/>
          <ac:spMkLst>
            <pc:docMk/>
            <pc:sldMk cId="0" sldId="534"/>
            <ac:spMk id="9" creationId="{00000000-0000-0000-0000-000000000000}"/>
          </ac:spMkLst>
        </pc:spChg>
      </pc:sldChg>
      <pc:sldChg chg="delSp modSp add mod setBg">
        <pc:chgData name="Spale, Jan" userId="6dc488dd-d6ab-43ea-8d46-afaf0bca8de6" providerId="ADAL" clId="{4C9A48A7-D7E7-4A2F-984C-CC86151431C5}" dt="2026-09-07T12:03:25.561" v="811" actId="1076"/>
        <pc:sldMkLst>
          <pc:docMk/>
          <pc:sldMk cId="0" sldId="535"/>
        </pc:sldMkLst>
        <pc:spChg chg="del">
          <ac:chgData name="Spale, Jan" userId="6dc488dd-d6ab-43ea-8d46-afaf0bca8de6" providerId="ADAL" clId="{4C9A48A7-D7E7-4A2F-984C-CC86151431C5}" dt="2026-09-07T11:20:14.915" v="733" actId="478"/>
          <ac:spMkLst>
            <pc:docMk/>
            <pc:sldMk cId="0" sldId="535"/>
            <ac:spMk id="9" creationId="{00000000-0000-0000-0000-000000000000}"/>
          </ac:spMkLst>
        </pc:spChg>
        <pc:spChg chg="mod">
          <ac:chgData name="Spale, Jan" userId="6dc488dd-d6ab-43ea-8d46-afaf0bca8de6" providerId="ADAL" clId="{4C9A48A7-D7E7-4A2F-984C-CC86151431C5}" dt="2026-09-07T12:03:25.561" v="811" actId="1076"/>
          <ac:spMkLst>
            <pc:docMk/>
            <pc:sldMk cId="0" sldId="535"/>
            <ac:spMk id="24" creationId="{00000000-0000-0000-0000-000000000000}"/>
          </ac:spMkLst>
        </pc:spChg>
        <pc:spChg chg="del">
          <ac:chgData name="Spale, Jan" userId="6dc488dd-d6ab-43ea-8d46-afaf0bca8de6" providerId="ADAL" clId="{4C9A48A7-D7E7-4A2F-984C-CC86151431C5}" dt="2026-09-07T12:03:23.495" v="810" actId="478"/>
          <ac:spMkLst>
            <pc:docMk/>
            <pc:sldMk cId="0" sldId="535"/>
            <ac:spMk id="25" creationId="{00000000-0000-0000-0000-000000000000}"/>
          </ac:spMkLst>
        </pc:spChg>
        <pc:spChg chg="del">
          <ac:chgData name="Spale, Jan" userId="6dc488dd-d6ab-43ea-8d46-afaf0bca8de6" providerId="ADAL" clId="{4C9A48A7-D7E7-4A2F-984C-CC86151431C5}" dt="2026-09-07T12:03:22.882" v="809" actId="478"/>
          <ac:spMkLst>
            <pc:docMk/>
            <pc:sldMk cId="0" sldId="535"/>
            <ac:spMk id="26" creationId="{00000000-0000-0000-0000-000000000000}"/>
          </ac:spMkLst>
        </pc:spChg>
      </pc:sldChg>
      <pc:sldChg chg="delSp modSp add mod setBg">
        <pc:chgData name="Spale, Jan" userId="6dc488dd-d6ab-43ea-8d46-afaf0bca8de6" providerId="ADAL" clId="{4C9A48A7-D7E7-4A2F-984C-CC86151431C5}" dt="2026-09-07T12:03:37.673" v="813" actId="20577"/>
        <pc:sldMkLst>
          <pc:docMk/>
          <pc:sldMk cId="0" sldId="536"/>
        </pc:sldMkLst>
        <pc:spChg chg="del">
          <ac:chgData name="Spale, Jan" userId="6dc488dd-d6ab-43ea-8d46-afaf0bca8de6" providerId="ADAL" clId="{4C9A48A7-D7E7-4A2F-984C-CC86151431C5}" dt="2026-09-07T11:20:18.045" v="734" actId="478"/>
          <ac:spMkLst>
            <pc:docMk/>
            <pc:sldMk cId="0" sldId="536"/>
            <ac:spMk id="9" creationId="{00000000-0000-0000-0000-000000000000}"/>
          </ac:spMkLst>
        </pc:spChg>
        <pc:spChg chg="mod">
          <ac:chgData name="Spale, Jan" userId="6dc488dd-d6ab-43ea-8d46-afaf0bca8de6" providerId="ADAL" clId="{4C9A48A7-D7E7-4A2F-984C-CC86151431C5}" dt="2026-09-07T12:03:37.673" v="813" actId="20577"/>
          <ac:spMkLst>
            <pc:docMk/>
            <pc:sldMk cId="0" sldId="536"/>
            <ac:spMk id="72" creationId="{00000000-0000-0000-0000-000000000000}"/>
          </ac:spMkLst>
        </pc:spChg>
      </pc:sldChg>
      <pc:sldChg chg="add">
        <pc:chgData name="Spale, Jan" userId="6dc488dd-d6ab-43ea-8d46-afaf0bca8de6" providerId="ADAL" clId="{4C9A48A7-D7E7-4A2F-984C-CC86151431C5}" dt="2026-09-07T12:02:08.650" v="792"/>
        <pc:sldMkLst>
          <pc:docMk/>
          <pc:sldMk cId="1767390468" sldId="537"/>
        </pc:sldMkLst>
      </pc:sldChg>
      <pc:sldChg chg="delSp modSp add del mod setBg">
        <pc:chgData name="Spale, Jan" userId="6dc488dd-d6ab-43ea-8d46-afaf0bca8de6" providerId="ADAL" clId="{4C9A48A7-D7E7-4A2F-984C-CC86151431C5}" dt="2026-09-07T12:01:51.237" v="789" actId="2696"/>
        <pc:sldMkLst>
          <pc:docMk/>
          <pc:sldMk cId="2787384873" sldId="537"/>
        </pc:sldMkLst>
        <pc:spChg chg="mod">
          <ac:chgData name="Spale, Jan" userId="6dc488dd-d6ab-43ea-8d46-afaf0bca8de6" providerId="ADAL" clId="{4C9A48A7-D7E7-4A2F-984C-CC86151431C5}" dt="2026-09-07T11:09:00.779" v="550" actId="20577"/>
          <ac:spMkLst>
            <pc:docMk/>
            <pc:sldMk cId="2787384873" sldId="537"/>
            <ac:spMk id="4" creationId="{6F294098-6E6A-EE03-79A9-D6A80D1899FF}"/>
          </ac:spMkLst>
        </pc:spChg>
        <pc:spChg chg="del">
          <ac:chgData name="Spale, Jan" userId="6dc488dd-d6ab-43ea-8d46-afaf0bca8de6" providerId="ADAL" clId="{4C9A48A7-D7E7-4A2F-984C-CC86151431C5}" dt="2026-09-07T11:08:48.557" v="490" actId="478"/>
          <ac:spMkLst>
            <pc:docMk/>
            <pc:sldMk cId="2787384873" sldId="537"/>
            <ac:spMk id="9" creationId="{2D38BDAC-C84F-EB2D-A651-00133B74C3E0}"/>
          </ac:spMkLst>
        </pc:spChg>
        <pc:spChg chg="del">
          <ac:chgData name="Spale, Jan" userId="6dc488dd-d6ab-43ea-8d46-afaf0bca8de6" providerId="ADAL" clId="{4C9A48A7-D7E7-4A2F-984C-CC86151431C5}" dt="2026-09-07T11:08:48.557" v="490" actId="478"/>
          <ac:spMkLst>
            <pc:docMk/>
            <pc:sldMk cId="2787384873" sldId="537"/>
            <ac:spMk id="10" creationId="{512CA8FC-DC18-EC40-430B-690AA97FC4AC}"/>
          </ac:spMkLst>
        </pc:spChg>
        <pc:spChg chg="del">
          <ac:chgData name="Spale, Jan" userId="6dc488dd-d6ab-43ea-8d46-afaf0bca8de6" providerId="ADAL" clId="{4C9A48A7-D7E7-4A2F-984C-CC86151431C5}" dt="2026-09-07T11:08:48.557" v="490" actId="478"/>
          <ac:spMkLst>
            <pc:docMk/>
            <pc:sldMk cId="2787384873" sldId="537"/>
            <ac:spMk id="11" creationId="{83E23A62-4FDB-C96B-AB69-55EFE0821FF8}"/>
          </ac:spMkLst>
        </pc:spChg>
        <pc:spChg chg="del">
          <ac:chgData name="Spale, Jan" userId="6dc488dd-d6ab-43ea-8d46-afaf0bca8de6" providerId="ADAL" clId="{4C9A48A7-D7E7-4A2F-984C-CC86151431C5}" dt="2026-09-07T11:08:48.557" v="490" actId="478"/>
          <ac:spMkLst>
            <pc:docMk/>
            <pc:sldMk cId="2787384873" sldId="537"/>
            <ac:spMk id="12" creationId="{4EF42FBF-379B-265D-CC7F-5FD55ACD31C6}"/>
          </ac:spMkLst>
        </pc:spChg>
        <pc:spChg chg="del">
          <ac:chgData name="Spale, Jan" userId="6dc488dd-d6ab-43ea-8d46-afaf0bca8de6" providerId="ADAL" clId="{4C9A48A7-D7E7-4A2F-984C-CC86151431C5}" dt="2026-09-07T11:08:48.557" v="490" actId="478"/>
          <ac:spMkLst>
            <pc:docMk/>
            <pc:sldMk cId="2787384873" sldId="537"/>
            <ac:spMk id="13" creationId="{216A420D-DC72-0CD9-5B2C-9045A60DA4C9}"/>
          </ac:spMkLst>
        </pc:spChg>
        <pc:spChg chg="del">
          <ac:chgData name="Spale, Jan" userId="6dc488dd-d6ab-43ea-8d46-afaf0bca8de6" providerId="ADAL" clId="{4C9A48A7-D7E7-4A2F-984C-CC86151431C5}" dt="2026-09-07T11:08:48.557" v="490" actId="478"/>
          <ac:spMkLst>
            <pc:docMk/>
            <pc:sldMk cId="2787384873" sldId="537"/>
            <ac:spMk id="14" creationId="{B3D88DC6-9F1B-720D-3211-8D758AB907BC}"/>
          </ac:spMkLst>
        </pc:spChg>
        <pc:spChg chg="del">
          <ac:chgData name="Spale, Jan" userId="6dc488dd-d6ab-43ea-8d46-afaf0bca8de6" providerId="ADAL" clId="{4C9A48A7-D7E7-4A2F-984C-CC86151431C5}" dt="2026-09-07T11:08:48.557" v="490" actId="478"/>
          <ac:spMkLst>
            <pc:docMk/>
            <pc:sldMk cId="2787384873" sldId="537"/>
            <ac:spMk id="15" creationId="{E2FF22FF-939D-24E5-845B-7D999894929C}"/>
          </ac:spMkLst>
        </pc:spChg>
        <pc:spChg chg="del">
          <ac:chgData name="Spale, Jan" userId="6dc488dd-d6ab-43ea-8d46-afaf0bca8de6" providerId="ADAL" clId="{4C9A48A7-D7E7-4A2F-984C-CC86151431C5}" dt="2026-09-07T11:08:48.557" v="490" actId="478"/>
          <ac:spMkLst>
            <pc:docMk/>
            <pc:sldMk cId="2787384873" sldId="537"/>
            <ac:spMk id="16" creationId="{3187E12B-3F21-81EF-A01F-94C137DD3DDC}"/>
          </ac:spMkLst>
        </pc:spChg>
        <pc:picChg chg="del">
          <ac:chgData name="Spale, Jan" userId="6dc488dd-d6ab-43ea-8d46-afaf0bca8de6" providerId="ADAL" clId="{4C9A48A7-D7E7-4A2F-984C-CC86151431C5}" dt="2026-09-07T11:08:48.557" v="490" actId="478"/>
          <ac:picMkLst>
            <pc:docMk/>
            <pc:sldMk cId="2787384873" sldId="537"/>
            <ac:picMk id="17" creationId="{B8030B32-F09F-0244-D122-614DCEC993A9}"/>
          </ac:picMkLst>
        </pc:picChg>
        <pc:picChg chg="del">
          <ac:chgData name="Spale, Jan" userId="6dc488dd-d6ab-43ea-8d46-afaf0bca8de6" providerId="ADAL" clId="{4C9A48A7-D7E7-4A2F-984C-CC86151431C5}" dt="2026-09-07T11:08:48.557" v="490" actId="478"/>
          <ac:picMkLst>
            <pc:docMk/>
            <pc:sldMk cId="2787384873" sldId="537"/>
            <ac:picMk id="19" creationId="{4B400D7B-972A-35E4-7780-F816361D57CF}"/>
          </ac:picMkLst>
        </pc:picChg>
        <pc:picChg chg="mod">
          <ac:chgData name="Spale, Jan" userId="6dc488dd-d6ab-43ea-8d46-afaf0bca8de6" providerId="ADAL" clId="{4C9A48A7-D7E7-4A2F-984C-CC86151431C5}" dt="2026-09-07T11:08:52.349" v="493" actId="1076"/>
          <ac:picMkLst>
            <pc:docMk/>
            <pc:sldMk cId="2787384873" sldId="537"/>
            <ac:picMk id="26" creationId="{E88CB742-89EC-EE3B-3B9F-D808126F9065}"/>
          </ac:picMkLst>
        </pc:picChg>
      </pc:sldChg>
      <pc:sldChg chg="add del">
        <pc:chgData name="Spale, Jan" userId="6dc488dd-d6ab-43ea-8d46-afaf0bca8de6" providerId="ADAL" clId="{4C9A48A7-D7E7-4A2F-984C-CC86151431C5}" dt="2026-09-07T12:02:07.005" v="791" actId="2696"/>
        <pc:sldMkLst>
          <pc:docMk/>
          <pc:sldMk cId="3093263776" sldId="537"/>
        </pc:sldMkLst>
      </pc:sldChg>
      <pc:sldMasterChg chg="modSldLayout">
        <pc:chgData name="Spale, Jan" userId="6dc488dd-d6ab-43ea-8d46-afaf0bca8de6" providerId="ADAL" clId="{4C9A48A7-D7E7-4A2F-984C-CC86151431C5}" dt="2026-09-07T10:44:30.504" v="445" actId="478"/>
        <pc:sldMasterMkLst>
          <pc:docMk/>
          <pc:sldMasterMk cId="3632593453" sldId="2147483650"/>
        </pc:sldMasterMkLst>
        <pc:sldLayoutChg chg="delSp mod">
          <pc:chgData name="Spale, Jan" userId="6dc488dd-d6ab-43ea-8d46-afaf0bca8de6" providerId="ADAL" clId="{4C9A48A7-D7E7-4A2F-984C-CC86151431C5}" dt="2026-09-07T10:44:30.504" v="445" actId="478"/>
          <pc:sldLayoutMkLst>
            <pc:docMk/>
            <pc:sldMasterMk cId="3632593453" sldId="2147483650"/>
            <pc:sldLayoutMk cId="755767874" sldId="2147483656"/>
          </pc:sldLayoutMkLst>
          <pc:spChg chg="del">
            <ac:chgData name="Spale, Jan" userId="6dc488dd-d6ab-43ea-8d46-afaf0bca8de6" providerId="ADAL" clId="{4C9A48A7-D7E7-4A2F-984C-CC86151431C5}" dt="2026-09-07T10:44:30.504" v="445" actId="478"/>
            <ac:spMkLst>
              <pc:docMk/>
              <pc:sldMasterMk cId="3632593453" sldId="2147483650"/>
              <pc:sldLayoutMk cId="755767874" sldId="2147483656"/>
              <ac:spMk id="6" creationId="{00000000-0000-0000-0000-000000000000}"/>
            </ac:spMkLst>
          </pc:spChg>
          <pc:picChg chg="del">
            <ac:chgData name="Spale, Jan" userId="6dc488dd-d6ab-43ea-8d46-afaf0bca8de6" providerId="ADAL" clId="{4C9A48A7-D7E7-4A2F-984C-CC86151431C5}" dt="2026-09-07T10:44:27.691" v="443" actId="478"/>
            <ac:picMkLst>
              <pc:docMk/>
              <pc:sldMasterMk cId="3632593453" sldId="2147483650"/>
              <pc:sldLayoutMk cId="755767874" sldId="2147483656"/>
              <ac:picMk id="12" creationId="{00000000-0000-0000-0000-000000000000}"/>
            </ac:picMkLst>
          </pc:picChg>
          <pc:picChg chg="del">
            <ac:chgData name="Spale, Jan" userId="6dc488dd-d6ab-43ea-8d46-afaf0bca8de6" providerId="ADAL" clId="{4C9A48A7-D7E7-4A2F-984C-CC86151431C5}" dt="2026-09-07T10:44:27.349" v="442" actId="478"/>
            <ac:picMkLst>
              <pc:docMk/>
              <pc:sldMasterMk cId="3632593453" sldId="2147483650"/>
              <pc:sldLayoutMk cId="755767874" sldId="2147483656"/>
              <ac:picMk id="2050" creationId="{00000000-0000-0000-0000-000000000000}"/>
            </ac:picMkLst>
          </pc:picChg>
          <pc:cxnChg chg="del">
            <ac:chgData name="Spale, Jan" userId="6dc488dd-d6ab-43ea-8d46-afaf0bca8de6" providerId="ADAL" clId="{4C9A48A7-D7E7-4A2F-984C-CC86151431C5}" dt="2026-09-07T10:44:28.479" v="444" actId="478"/>
            <ac:cxnSpMkLst>
              <pc:docMk/>
              <pc:sldMasterMk cId="3632593453" sldId="2147483650"/>
              <pc:sldLayoutMk cId="755767874" sldId="2147483656"/>
              <ac:cxnSpMk id="13" creationId="{00000000-0000-0000-0000-000000000000}"/>
            </ac:cxnSpMkLst>
          </pc:cxn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C97E0E-D1EB-3C7B-7689-2DB9AFF1B0FA}"/>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732C00A-BC36-715D-0A46-05F7880C32ED}"/>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568F0B3E-6B2B-4D1D-93D0-F333A8E152AA}" type="datetimeFigureOut">
              <a:rPr lang="en-US" smtClean="0"/>
              <a:t>9/7/2026</a:t>
            </a:fld>
            <a:endParaRPr lang="en-US"/>
          </a:p>
        </p:txBody>
      </p:sp>
      <p:sp>
        <p:nvSpPr>
          <p:cNvPr id="4" name="Footer Placeholder 3">
            <a:extLst>
              <a:ext uri="{FF2B5EF4-FFF2-40B4-BE49-F238E27FC236}">
                <a16:creationId xmlns:a16="http://schemas.microsoft.com/office/drawing/2014/main" id="{9A6432B8-11C6-0698-93D2-65A4E1C5F1F0}"/>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193C01-B60E-0591-7EC5-CB6D9E76202E}"/>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45A43E38-88E8-4FCF-8D15-5EA00074910B}" type="slidenum">
              <a:rPr lang="en-US" smtClean="0"/>
              <a:t>‹#›</a:t>
            </a:fld>
            <a:endParaRPr lang="en-US"/>
          </a:p>
        </p:txBody>
      </p:sp>
    </p:spTree>
    <p:extLst>
      <p:ext uri="{BB962C8B-B14F-4D97-AF65-F5344CB8AC3E}">
        <p14:creationId xmlns:p14="http://schemas.microsoft.com/office/powerpoint/2010/main" val="35982256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1762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end-to-end challenge: cycle boundary conditions are easy; designing a fixed, supersonic, real-fluid turbine stage is not. The notebook and slides alternate throughout the session.
[Sources]
- KCORC_SummerSchool_updated.pdf — event title, scope and modeling-workshop context.
- User brief — session date, duration and audience.
- PhD_Thesis_JS_15122024_final.pdf — Chapter 4 design methodology.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familiar four-component ORC. The pump raises the pressure of a liquid; the turbine extracts shaft work from a vapour. Recuperation is intentionally omitted from the drawing. Point out that the turbine outlet state sets condenser duty and whether recuperation is possible. The pressure levels belong to a coupled network, not to an isolated prescribed turbine alone. Diagram is an original simplified teaching schematic.
Suggested pace: ~2 min.
[Sources]
AUTHOR-SUPPLIED: Jan Spale, PhD thesis, PhD_Thesis_JS_15122024_final.pdf (2024), Chapters 2 and 4; use printed page numbers where specified.
AUTHOR-SUPPLIED VISUAL ASSETS: UCEEB_prezentace_vzor_022026_CZ.pptx. Original UCEEB logos and cover background reused; Arial is the available sans-serif substitute for Technika.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boundary conditions in a design exercise from unknowns in an operating cycle. With a fixed choked stator, the inlet thermodynamic state and throat area constrain mass flow. In sliding-pressure operation the cycle energy balance and turbine capacity jointly determine pressure and flow. A valve can separate evaporator pressure from turbine inlet pressure, but does not remove the turbine capacity equation. Inlet pressures and enthalpies for choking should be total quantities, or use negligible approach kinetic energy as an explicit assumption.</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an engineering objective rather than a claim that efficiency does not matter in ORC. Heat-source intermittency, small product volumes, service costs and total installed cost can make a simpler stage commercially attractive. A two-stage or more elaborate design remains justified where its extra annual electricity and availability outweigh its added cost. For discussion, compare a slightly less efficient but robust machine with a narrow high-efficiency design that spends much of the year away from its optimum.
</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Source-derived: the thesis section 2.3 discusses molar mass, molecular degrees of freedom and sound speed in a polytropic ideal-gas illustration. Qualification added for teaching: mass and complexity are related in many organic fluids but are not the same variable. The ideal-gas equations on this slide are intuition, not the real-fluid property model. At equal T0, pressure ratio and gamma, ideal-gas specific head scales with R_s and therefore with inverse molar mass. At changing gamma, inlet conditions or near saturation this is not a universal proportionality. Dense-vapour expansion must be evaluated with a real EOS.</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treating all steam turbines as ideal-gas machines or all organic vapours as dry fluids. The relevant differences are fluid molecular properties, reduced inlet state, specific head, volume flow and scale. Water may require wet-steam treatment; some ORC expansions may approach or enter a two-phase region. Few stages are often attractive because of specific head and economics, but multistage ORC machines are also established. This slide qualifies broad statements rather than introducing a new universal categorisation.</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axis is an illustrative scope map, not a histogram or a claim about sales distribution. The thesis concentrates on small-scale turboexpanders. A current manufacturer example, Turboden, states products up to 40 MWe per shaft; this corrects a possible impression that ORC machines stop at the MW scale. Do not infer all ORC turbines are high speed or single stage. The turbine-versus-positive-displacement decision also depends on volume flow, pressure ratio, fluid, operating hours and cost.</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sketch shows idealised pressure distributions, not an exact measured expansion. At constant radius, rothalpy conservation gives h1+w1^2/2=h2+w2^2/2 for an adiabatic rotor. In an impulse rotor with approximately constant static pressure, loss-induced reduction of relative speed can correspond to a static enthalpy rise. It must not be interpreted as a useful positive rotor expansion. Reaction is defined using a static enthalpy drop with an explicitly stated denominator. This is an intentional clarification of a potentially confusing earlier discussion.</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82600" y="1279525"/>
            <a:ext cx="6140450" cy="3454400"/>
          </a:xfrm>
        </p:spPr>
      </p:sp>
      <p:sp>
        <p:nvSpPr>
          <p:cNvPr id="3" name="Notizenplatzhalter 2"/>
          <p:cNvSpPr>
            <a:spLocks noGrp="1"/>
          </p:cNvSpPr>
          <p:nvPr>
            <p:ph type="body" idx="1"/>
          </p:nvPr>
        </p:nvSpPr>
        <p:spPr/>
        <p:txBody>
          <a:bodyPr/>
          <a:lstStyle/>
          <a:p>
            <a:r>
              <a:rPr lang="de-DE" dirty="0"/>
              <a:t>In </a:t>
            </a:r>
            <a:r>
              <a:rPr lang="de-DE" dirty="0" err="1"/>
              <a:t>principle</a:t>
            </a:r>
            <a:r>
              <a:rPr lang="de-DE" dirty="0"/>
              <a:t>, </a:t>
            </a:r>
            <a:r>
              <a:rPr lang="de-DE" dirty="0" err="1"/>
              <a:t>any</a:t>
            </a:r>
            <a:r>
              <a:rPr lang="de-DE" dirty="0"/>
              <a:t> axial </a:t>
            </a:r>
            <a:r>
              <a:rPr lang="de-DE" dirty="0" err="1"/>
              <a:t>or</a:t>
            </a:r>
            <a:r>
              <a:rPr lang="de-DE" dirty="0"/>
              <a:t> radial </a:t>
            </a:r>
            <a:r>
              <a:rPr lang="de-DE" dirty="0" err="1"/>
              <a:t>turbine</a:t>
            </a:r>
            <a:r>
              <a:rPr lang="de-DE" dirty="0"/>
              <a:t> </a:t>
            </a:r>
            <a:r>
              <a:rPr lang="de-DE" dirty="0" err="1"/>
              <a:t>can</a:t>
            </a:r>
            <a:r>
              <a:rPr lang="de-DE" dirty="0"/>
              <a:t> </a:t>
            </a:r>
            <a:r>
              <a:rPr lang="de-DE" dirty="0" err="1"/>
              <a:t>be</a:t>
            </a:r>
            <a:r>
              <a:rPr lang="de-DE" dirty="0"/>
              <a:t> </a:t>
            </a:r>
            <a:r>
              <a:rPr lang="de-DE" dirty="0" err="1"/>
              <a:t>implemented</a:t>
            </a:r>
            <a:r>
              <a:rPr lang="de-DE" dirty="0"/>
              <a:t> </a:t>
            </a:r>
            <a:r>
              <a:rPr lang="de-DE" dirty="0" err="1"/>
              <a:t>as</a:t>
            </a:r>
            <a:r>
              <a:rPr lang="de-DE" dirty="0"/>
              <a:t> </a:t>
            </a:r>
            <a:r>
              <a:rPr lang="de-DE" dirty="0" err="1"/>
              <a:t>impulse</a:t>
            </a:r>
            <a:r>
              <a:rPr lang="de-DE" dirty="0"/>
              <a:t> </a:t>
            </a:r>
            <a:r>
              <a:rPr lang="de-DE" dirty="0" err="1"/>
              <a:t>or</a:t>
            </a:r>
            <a:r>
              <a:rPr lang="de-DE" dirty="0"/>
              <a:t> </a:t>
            </a:r>
            <a:r>
              <a:rPr lang="de-DE" dirty="0" err="1"/>
              <a:t>reaction</a:t>
            </a:r>
            <a:r>
              <a:rPr lang="de-DE" dirty="0"/>
              <a:t> </a:t>
            </a:r>
            <a:r>
              <a:rPr lang="de-DE" dirty="0" err="1"/>
              <a:t>stage</a:t>
            </a:r>
            <a:r>
              <a:rPr lang="de-DE" dirty="0"/>
              <a:t>.</a:t>
            </a:r>
          </a:p>
          <a:p>
            <a:endParaRPr lang="de-DE" dirty="0"/>
          </a:p>
          <a:p>
            <a:r>
              <a:rPr lang="de-DE" dirty="0"/>
              <a:t>In </a:t>
            </a:r>
            <a:r>
              <a:rPr lang="de-DE" dirty="0" err="1"/>
              <a:t>the</a:t>
            </a:r>
            <a:r>
              <a:rPr lang="de-DE" dirty="0"/>
              <a:t> </a:t>
            </a:r>
            <a:r>
              <a:rPr lang="de-DE" dirty="0" err="1"/>
              <a:t>case</a:t>
            </a:r>
            <a:r>
              <a:rPr lang="de-DE" dirty="0"/>
              <a:t> on an I </a:t>
            </a:r>
            <a:r>
              <a:rPr lang="de-DE" dirty="0" err="1"/>
              <a:t>stage</a:t>
            </a:r>
            <a:r>
              <a:rPr lang="de-DE" dirty="0"/>
              <a:t> </a:t>
            </a:r>
            <a:r>
              <a:rPr lang="de-DE" dirty="0" err="1"/>
              <a:t>the</a:t>
            </a:r>
            <a:r>
              <a:rPr lang="de-DE" dirty="0"/>
              <a:t>  </a:t>
            </a:r>
            <a:r>
              <a:rPr lang="de-DE" dirty="0" err="1"/>
              <a:t>entire</a:t>
            </a:r>
            <a:r>
              <a:rPr lang="de-DE" dirty="0"/>
              <a:t> </a:t>
            </a:r>
            <a:r>
              <a:rPr lang="de-DE" dirty="0" err="1"/>
              <a:t>stage</a:t>
            </a:r>
            <a:r>
              <a:rPr lang="de-DE" dirty="0"/>
              <a:t> </a:t>
            </a:r>
            <a:r>
              <a:rPr lang="de-DE" dirty="0" err="1"/>
              <a:t>enthalpy</a:t>
            </a:r>
            <a:r>
              <a:rPr lang="de-DE" dirty="0"/>
              <a:t> </a:t>
            </a:r>
            <a:r>
              <a:rPr lang="de-DE" dirty="0" err="1"/>
              <a:t>drop</a:t>
            </a:r>
            <a:r>
              <a:rPr lang="de-DE" dirty="0"/>
              <a:t> </a:t>
            </a:r>
            <a:r>
              <a:rPr lang="de-DE" dirty="0" err="1"/>
              <a:t>or</a:t>
            </a:r>
            <a:r>
              <a:rPr lang="de-DE" dirty="0"/>
              <a:t> </a:t>
            </a:r>
            <a:r>
              <a:rPr lang="de-DE" dirty="0" err="1"/>
              <a:t>pressure</a:t>
            </a:r>
            <a:r>
              <a:rPr lang="de-DE" dirty="0"/>
              <a:t> </a:t>
            </a:r>
            <a:r>
              <a:rPr lang="de-DE" dirty="0" err="1"/>
              <a:t>drop</a:t>
            </a:r>
            <a:r>
              <a:rPr lang="de-DE" dirty="0"/>
              <a:t> </a:t>
            </a:r>
            <a:r>
              <a:rPr lang="de-DE" dirty="0" err="1"/>
              <a:t>is</a:t>
            </a:r>
            <a:r>
              <a:rPr lang="de-DE" dirty="0"/>
              <a:t> </a:t>
            </a:r>
            <a:r>
              <a:rPr lang="de-DE" dirty="0" err="1"/>
              <a:t>converted</a:t>
            </a:r>
            <a:r>
              <a:rPr lang="de-DE" dirty="0"/>
              <a:t> </a:t>
            </a:r>
            <a:r>
              <a:rPr lang="de-DE" dirty="0" err="1"/>
              <a:t>into</a:t>
            </a:r>
            <a:r>
              <a:rPr lang="de-DE" dirty="0"/>
              <a:t> </a:t>
            </a:r>
            <a:r>
              <a:rPr lang="de-DE" dirty="0" err="1"/>
              <a:t>kinetic</a:t>
            </a:r>
            <a:r>
              <a:rPr lang="de-DE" dirty="0"/>
              <a:t> </a:t>
            </a:r>
            <a:r>
              <a:rPr lang="de-DE" dirty="0" err="1"/>
              <a:t>energy</a:t>
            </a:r>
            <a:r>
              <a:rPr lang="de-DE" dirty="0"/>
              <a:t> </a:t>
            </a:r>
            <a:r>
              <a:rPr lang="de-DE" dirty="0" err="1"/>
              <a:t>within</a:t>
            </a:r>
            <a:r>
              <a:rPr lang="de-DE" dirty="0"/>
              <a:t> </a:t>
            </a:r>
            <a:r>
              <a:rPr lang="de-DE" dirty="0" err="1"/>
              <a:t>the</a:t>
            </a:r>
            <a:r>
              <a:rPr lang="de-DE" dirty="0"/>
              <a:t> </a:t>
            </a:r>
            <a:r>
              <a:rPr lang="de-DE" dirty="0" err="1"/>
              <a:t>nozzle</a:t>
            </a:r>
            <a:r>
              <a:rPr lang="de-DE" dirty="0"/>
              <a:t> </a:t>
            </a:r>
            <a:r>
              <a:rPr lang="de-DE" dirty="0" err="1"/>
              <a:t>row</a:t>
            </a:r>
            <a:r>
              <a:rPr lang="de-DE" dirty="0"/>
              <a:t>. </a:t>
            </a:r>
            <a:r>
              <a:rPr lang="de-DE" dirty="0" err="1"/>
              <a:t>Therefore</a:t>
            </a:r>
            <a:r>
              <a:rPr lang="de-DE" dirty="0"/>
              <a:t>, </a:t>
            </a:r>
            <a:r>
              <a:rPr lang="de-DE" dirty="0" err="1"/>
              <a:t>very</a:t>
            </a:r>
            <a:r>
              <a:rPr lang="de-DE" dirty="0"/>
              <a:t> high (</a:t>
            </a:r>
            <a:r>
              <a:rPr lang="de-DE" dirty="0" err="1"/>
              <a:t>supersonic</a:t>
            </a:r>
            <a:r>
              <a:rPr lang="de-DE" dirty="0"/>
              <a:t>) </a:t>
            </a:r>
            <a:r>
              <a:rPr lang="de-DE" dirty="0" err="1"/>
              <a:t>velocties</a:t>
            </a:r>
            <a:r>
              <a:rPr lang="de-DE" dirty="0"/>
              <a:t> </a:t>
            </a:r>
            <a:r>
              <a:rPr lang="de-DE" dirty="0" err="1"/>
              <a:t>are</a:t>
            </a:r>
            <a:r>
              <a:rPr lang="de-DE" dirty="0"/>
              <a:t> </a:t>
            </a:r>
            <a:r>
              <a:rPr lang="de-DE" dirty="0" err="1"/>
              <a:t>achieved</a:t>
            </a:r>
            <a:r>
              <a:rPr lang="de-DE" dirty="0"/>
              <a:t> wich </a:t>
            </a:r>
            <a:r>
              <a:rPr lang="de-DE" dirty="0" err="1"/>
              <a:t>reduce</a:t>
            </a:r>
            <a:r>
              <a:rPr lang="de-DE" dirty="0"/>
              <a:t> </a:t>
            </a:r>
            <a:r>
              <a:rPr lang="de-DE" dirty="0" err="1"/>
              <a:t>efficiency</a:t>
            </a:r>
            <a:r>
              <a:rPr lang="de-DE" dirty="0"/>
              <a:t>. The </a:t>
            </a:r>
            <a:r>
              <a:rPr lang="de-DE" dirty="0" err="1"/>
              <a:t>pressure</a:t>
            </a:r>
            <a:r>
              <a:rPr lang="de-DE" dirty="0"/>
              <a:t> </a:t>
            </a:r>
            <a:r>
              <a:rPr lang="de-DE" dirty="0" err="1"/>
              <a:t>and</a:t>
            </a:r>
            <a:r>
              <a:rPr lang="de-DE" dirty="0"/>
              <a:t> </a:t>
            </a:r>
            <a:r>
              <a:rPr lang="de-DE" dirty="0" err="1"/>
              <a:t>velocity</a:t>
            </a:r>
            <a:r>
              <a:rPr lang="de-DE" dirty="0"/>
              <a:t> </a:t>
            </a:r>
            <a:r>
              <a:rPr lang="de-DE" dirty="0" err="1"/>
              <a:t>across</a:t>
            </a:r>
            <a:r>
              <a:rPr lang="de-DE" dirty="0"/>
              <a:t> </a:t>
            </a:r>
            <a:r>
              <a:rPr lang="de-DE" dirty="0" err="1"/>
              <a:t>the</a:t>
            </a:r>
            <a:r>
              <a:rPr lang="de-DE" dirty="0"/>
              <a:t> </a:t>
            </a:r>
            <a:r>
              <a:rPr lang="de-DE" dirty="0" err="1"/>
              <a:t>rotor</a:t>
            </a:r>
            <a:r>
              <a:rPr lang="de-DE" dirty="0"/>
              <a:t> </a:t>
            </a:r>
            <a:r>
              <a:rPr lang="de-DE" dirty="0" err="1"/>
              <a:t>remain</a:t>
            </a:r>
            <a:r>
              <a:rPr lang="de-DE" dirty="0"/>
              <a:t> </a:t>
            </a:r>
            <a:r>
              <a:rPr lang="de-DE" dirty="0" err="1"/>
              <a:t>constant</a:t>
            </a:r>
            <a:r>
              <a:rPr lang="de-DE" dirty="0"/>
              <a:t>. Thus, </a:t>
            </a:r>
            <a:r>
              <a:rPr lang="de-DE" dirty="0" err="1"/>
              <a:t>no</a:t>
            </a:r>
            <a:r>
              <a:rPr lang="de-DE" dirty="0"/>
              <a:t> axial </a:t>
            </a:r>
            <a:r>
              <a:rPr lang="de-DE" dirty="0" err="1"/>
              <a:t>thrust</a:t>
            </a:r>
            <a:r>
              <a:rPr lang="de-DE" dirty="0"/>
              <a:t> </a:t>
            </a:r>
            <a:r>
              <a:rPr lang="de-DE" dirty="0" err="1"/>
              <a:t>is</a:t>
            </a:r>
            <a:r>
              <a:rPr lang="de-DE" dirty="0"/>
              <a:t> </a:t>
            </a:r>
            <a:r>
              <a:rPr lang="de-DE" dirty="0" err="1"/>
              <a:t>generated</a:t>
            </a:r>
            <a:r>
              <a:rPr lang="de-DE" dirty="0"/>
              <a:t>, partial </a:t>
            </a:r>
            <a:r>
              <a:rPr lang="de-DE" dirty="0" err="1"/>
              <a:t>admission</a:t>
            </a:r>
            <a:r>
              <a:rPr lang="de-DE" dirty="0"/>
              <a:t> </a:t>
            </a:r>
            <a:r>
              <a:rPr lang="de-DE" dirty="0" err="1"/>
              <a:t>is</a:t>
            </a:r>
            <a:r>
              <a:rPr lang="de-DE" dirty="0"/>
              <a:t> an </a:t>
            </a:r>
            <a:r>
              <a:rPr lang="de-DE" dirty="0" err="1"/>
              <a:t>option</a:t>
            </a:r>
            <a:r>
              <a:rPr lang="de-DE" dirty="0"/>
              <a:t> </a:t>
            </a:r>
            <a:r>
              <a:rPr lang="de-DE" dirty="0" err="1"/>
              <a:t>for</a:t>
            </a:r>
            <a:r>
              <a:rPr lang="de-DE" dirty="0"/>
              <a:t> </a:t>
            </a:r>
            <a:r>
              <a:rPr lang="de-DE" dirty="0" err="1"/>
              <a:t>part</a:t>
            </a:r>
            <a:r>
              <a:rPr lang="de-DE" dirty="0"/>
              <a:t> </a:t>
            </a:r>
            <a:r>
              <a:rPr lang="de-DE" dirty="0" err="1"/>
              <a:t>load</a:t>
            </a:r>
            <a:r>
              <a:rPr lang="de-DE" dirty="0"/>
              <a:t> </a:t>
            </a:r>
            <a:r>
              <a:rPr lang="de-DE" dirty="0" err="1"/>
              <a:t>and</a:t>
            </a:r>
            <a:r>
              <a:rPr lang="de-DE" dirty="0"/>
              <a:t> </a:t>
            </a:r>
            <a:r>
              <a:rPr lang="de-DE" dirty="0" err="1"/>
              <a:t>facilitates</a:t>
            </a:r>
            <a:r>
              <a:rPr lang="de-DE" dirty="0"/>
              <a:t> </a:t>
            </a:r>
            <a:r>
              <a:rPr lang="de-DE" dirty="0" err="1"/>
              <a:t>the</a:t>
            </a:r>
            <a:r>
              <a:rPr lang="de-DE" dirty="0"/>
              <a:t> </a:t>
            </a:r>
            <a:r>
              <a:rPr lang="de-DE" dirty="0" err="1"/>
              <a:t>realization</a:t>
            </a:r>
            <a:r>
              <a:rPr lang="de-DE" dirty="0"/>
              <a:t> </a:t>
            </a:r>
            <a:r>
              <a:rPr lang="de-DE" dirty="0" err="1"/>
              <a:t>of</a:t>
            </a:r>
            <a:r>
              <a:rPr lang="de-DE" dirty="0"/>
              <a:t> </a:t>
            </a:r>
            <a:r>
              <a:rPr lang="de-DE" dirty="0" err="1"/>
              <a:t>smaller</a:t>
            </a:r>
            <a:r>
              <a:rPr lang="de-DE" dirty="0"/>
              <a:t> </a:t>
            </a:r>
            <a:r>
              <a:rPr lang="de-DE" dirty="0" err="1"/>
              <a:t>turbines</a:t>
            </a:r>
            <a:r>
              <a:rPr lang="de-DE" dirty="0"/>
              <a:t>. This </a:t>
            </a:r>
            <a:r>
              <a:rPr lang="de-DE" dirty="0" err="1"/>
              <a:t>is</a:t>
            </a:r>
            <a:r>
              <a:rPr lang="de-DE" dirty="0"/>
              <a:t> </a:t>
            </a:r>
            <a:r>
              <a:rPr lang="de-DE" dirty="0" err="1"/>
              <a:t>further</a:t>
            </a:r>
            <a:r>
              <a:rPr lang="de-DE" dirty="0"/>
              <a:t> </a:t>
            </a:r>
            <a:r>
              <a:rPr lang="de-DE" dirty="0" err="1"/>
              <a:t>supported</a:t>
            </a:r>
            <a:r>
              <a:rPr lang="de-DE" dirty="0"/>
              <a:t> </a:t>
            </a:r>
            <a:r>
              <a:rPr lang="de-DE" dirty="0" err="1"/>
              <a:t>by</a:t>
            </a:r>
            <a:r>
              <a:rPr lang="de-DE" dirty="0"/>
              <a:t> </a:t>
            </a:r>
            <a:r>
              <a:rPr lang="de-DE" dirty="0" err="1"/>
              <a:t>the</a:t>
            </a:r>
            <a:r>
              <a:rPr lang="de-DE" dirty="0"/>
              <a:t> </a:t>
            </a:r>
            <a:r>
              <a:rPr lang="de-DE" dirty="0" err="1"/>
              <a:t>fact</a:t>
            </a:r>
            <a:r>
              <a:rPr lang="de-DE" dirty="0"/>
              <a:t> </a:t>
            </a:r>
            <a:r>
              <a:rPr lang="de-DE" dirty="0" err="1"/>
              <a:t>that</a:t>
            </a:r>
            <a:r>
              <a:rPr lang="de-DE" dirty="0"/>
              <a:t> </a:t>
            </a:r>
            <a:r>
              <a:rPr lang="de-DE" dirty="0" err="1"/>
              <a:t>even</a:t>
            </a:r>
            <a:r>
              <a:rPr lang="de-DE" dirty="0"/>
              <a:t> </a:t>
            </a:r>
            <a:r>
              <a:rPr lang="de-DE" dirty="0" err="1"/>
              <a:t>rotor</a:t>
            </a:r>
            <a:r>
              <a:rPr lang="de-DE" dirty="0"/>
              <a:t> </a:t>
            </a:r>
            <a:r>
              <a:rPr lang="de-DE" dirty="0" err="1"/>
              <a:t>inlet</a:t>
            </a:r>
            <a:r>
              <a:rPr lang="de-DE" dirty="0"/>
              <a:t> </a:t>
            </a:r>
            <a:r>
              <a:rPr lang="de-DE" dirty="0" err="1"/>
              <a:t>is</a:t>
            </a:r>
            <a:r>
              <a:rPr lang="de-DE" dirty="0"/>
              <a:t> </a:t>
            </a:r>
            <a:r>
              <a:rPr lang="de-DE" dirty="0" err="1"/>
              <a:t>subjected</a:t>
            </a:r>
            <a:r>
              <a:rPr lang="de-DE" dirty="0"/>
              <a:t> </a:t>
            </a:r>
            <a:r>
              <a:rPr lang="de-DE" dirty="0" err="1"/>
              <a:t>to</a:t>
            </a:r>
            <a:r>
              <a:rPr lang="de-DE" dirty="0"/>
              <a:t> </a:t>
            </a:r>
            <a:r>
              <a:rPr lang="de-DE" dirty="0" err="1"/>
              <a:t>the</a:t>
            </a:r>
            <a:r>
              <a:rPr lang="de-DE" dirty="0"/>
              <a:t> minimal </a:t>
            </a:r>
            <a:r>
              <a:rPr lang="de-DE" dirty="0" err="1"/>
              <a:t>pressure</a:t>
            </a:r>
            <a:r>
              <a:rPr lang="de-DE" dirty="0"/>
              <a:t> an maximal </a:t>
            </a:r>
            <a:r>
              <a:rPr lang="de-DE" dirty="0" err="1"/>
              <a:t>volume</a:t>
            </a:r>
            <a:r>
              <a:rPr lang="de-DE" dirty="0"/>
              <a:t> </a:t>
            </a:r>
            <a:r>
              <a:rPr lang="de-DE" dirty="0" err="1"/>
              <a:t>flow</a:t>
            </a:r>
            <a:r>
              <a:rPr lang="de-DE" dirty="0"/>
              <a:t> </a:t>
            </a:r>
            <a:r>
              <a:rPr lang="de-DE" dirty="0" err="1"/>
              <a:t>which</a:t>
            </a:r>
            <a:r>
              <a:rPr lang="de-DE" dirty="0"/>
              <a:t> </a:t>
            </a:r>
            <a:r>
              <a:rPr lang="de-DE" dirty="0" err="1"/>
              <a:t>occur</a:t>
            </a:r>
            <a:r>
              <a:rPr lang="de-DE" dirty="0"/>
              <a:t> in </a:t>
            </a:r>
            <a:r>
              <a:rPr lang="de-DE" dirty="0" err="1"/>
              <a:t>the</a:t>
            </a:r>
            <a:r>
              <a:rPr lang="de-DE" dirty="0"/>
              <a:t> </a:t>
            </a:r>
            <a:r>
              <a:rPr lang="de-DE" dirty="0" err="1"/>
              <a:t>cycle</a:t>
            </a:r>
            <a:r>
              <a:rPr lang="de-DE" dirty="0"/>
              <a:t> </a:t>
            </a:r>
            <a:r>
              <a:rPr lang="de-DE" dirty="0" err="1"/>
              <a:t>which</a:t>
            </a:r>
            <a:r>
              <a:rPr lang="de-DE" dirty="0"/>
              <a:t> </a:t>
            </a:r>
            <a:r>
              <a:rPr lang="de-DE" dirty="0" err="1"/>
              <a:t>helps</a:t>
            </a:r>
            <a:r>
              <a:rPr lang="de-DE" dirty="0"/>
              <a:t> </a:t>
            </a:r>
            <a:r>
              <a:rPr lang="de-DE" dirty="0" err="1"/>
              <a:t>to</a:t>
            </a:r>
            <a:r>
              <a:rPr lang="de-DE" dirty="0"/>
              <a:t> </a:t>
            </a:r>
            <a:r>
              <a:rPr lang="de-DE" dirty="0" err="1"/>
              <a:t>keep</a:t>
            </a:r>
            <a:r>
              <a:rPr lang="de-DE" dirty="0"/>
              <a:t> </a:t>
            </a:r>
            <a:r>
              <a:rPr lang="de-DE" dirty="0" err="1"/>
              <a:t>the</a:t>
            </a:r>
            <a:r>
              <a:rPr lang="de-DE" dirty="0"/>
              <a:t> blade </a:t>
            </a:r>
            <a:r>
              <a:rPr lang="de-DE" dirty="0" err="1"/>
              <a:t>height</a:t>
            </a:r>
            <a:r>
              <a:rPr lang="de-DE" dirty="0"/>
              <a:t> </a:t>
            </a:r>
            <a:r>
              <a:rPr lang="de-DE" dirty="0" err="1"/>
              <a:t>above</a:t>
            </a:r>
            <a:r>
              <a:rPr lang="de-DE" dirty="0"/>
              <a:t> a </a:t>
            </a:r>
            <a:r>
              <a:rPr lang="de-DE" dirty="0" err="1"/>
              <a:t>critical</a:t>
            </a:r>
            <a:r>
              <a:rPr lang="de-DE" dirty="0"/>
              <a:t> </a:t>
            </a:r>
            <a:r>
              <a:rPr lang="de-DE" dirty="0" err="1"/>
              <a:t>value</a:t>
            </a:r>
            <a:r>
              <a:rPr lang="de-DE" dirty="0"/>
              <a:t>.</a:t>
            </a:r>
          </a:p>
          <a:p>
            <a:endParaRPr lang="de-DE" dirty="0"/>
          </a:p>
          <a:p>
            <a:r>
              <a:rPr lang="de-DE" dirty="0"/>
              <a:t>In a R </a:t>
            </a:r>
            <a:r>
              <a:rPr lang="de-DE" dirty="0" err="1"/>
              <a:t>stage</a:t>
            </a:r>
            <a:r>
              <a:rPr lang="de-DE" dirty="0"/>
              <a:t> </a:t>
            </a:r>
            <a:r>
              <a:rPr lang="de-DE" dirty="0" err="1"/>
              <a:t>the</a:t>
            </a:r>
            <a:r>
              <a:rPr lang="de-DE" dirty="0"/>
              <a:t> </a:t>
            </a:r>
            <a:r>
              <a:rPr lang="de-DE" dirty="0" err="1"/>
              <a:t>enthalpy</a:t>
            </a:r>
            <a:r>
              <a:rPr lang="de-DE" dirty="0"/>
              <a:t>  </a:t>
            </a:r>
            <a:r>
              <a:rPr lang="de-DE" dirty="0" err="1"/>
              <a:t>drop</a:t>
            </a:r>
            <a:r>
              <a:rPr lang="de-DE" dirty="0"/>
              <a:t> </a:t>
            </a:r>
            <a:r>
              <a:rPr lang="de-DE" dirty="0" err="1"/>
              <a:t>is</a:t>
            </a:r>
            <a:r>
              <a:rPr lang="de-DE" dirty="0"/>
              <a:t> </a:t>
            </a:r>
            <a:r>
              <a:rPr lang="de-DE" dirty="0" err="1"/>
              <a:t>equally</a:t>
            </a:r>
            <a:r>
              <a:rPr lang="de-DE" dirty="0"/>
              <a:t> </a:t>
            </a:r>
            <a:r>
              <a:rPr lang="de-DE" dirty="0" err="1"/>
              <a:t>distributed</a:t>
            </a:r>
            <a:r>
              <a:rPr lang="de-DE" dirty="0"/>
              <a:t> </a:t>
            </a:r>
            <a:r>
              <a:rPr lang="de-DE" dirty="0" err="1"/>
              <a:t>between</a:t>
            </a:r>
            <a:r>
              <a:rPr lang="de-DE" dirty="0"/>
              <a:t> </a:t>
            </a:r>
            <a:r>
              <a:rPr lang="de-DE" dirty="0" err="1"/>
              <a:t>nozzle</a:t>
            </a:r>
            <a:r>
              <a:rPr lang="de-DE" dirty="0"/>
              <a:t> </a:t>
            </a:r>
            <a:r>
              <a:rPr lang="de-DE" dirty="0" err="1"/>
              <a:t>and</a:t>
            </a:r>
            <a:r>
              <a:rPr lang="de-DE" dirty="0"/>
              <a:t> </a:t>
            </a:r>
            <a:r>
              <a:rPr lang="de-DE" dirty="0" err="1"/>
              <a:t>rotor</a:t>
            </a:r>
            <a:r>
              <a:rPr lang="de-DE" dirty="0"/>
              <a:t> blades. Thus, </a:t>
            </a:r>
            <a:r>
              <a:rPr lang="de-DE" dirty="0" err="1"/>
              <a:t>velocities</a:t>
            </a:r>
            <a:r>
              <a:rPr lang="de-DE" dirty="0"/>
              <a:t> </a:t>
            </a:r>
            <a:r>
              <a:rPr lang="de-DE" dirty="0" err="1"/>
              <a:t>are</a:t>
            </a:r>
            <a:r>
              <a:rPr lang="de-DE" dirty="0"/>
              <a:t> </a:t>
            </a:r>
            <a:r>
              <a:rPr lang="de-DE" dirty="0" err="1"/>
              <a:t>smaller</a:t>
            </a:r>
            <a:r>
              <a:rPr lang="de-DE" dirty="0"/>
              <a:t> </a:t>
            </a:r>
            <a:r>
              <a:rPr lang="de-DE" dirty="0" err="1"/>
              <a:t>and</a:t>
            </a:r>
            <a:r>
              <a:rPr lang="de-DE" dirty="0"/>
              <a:t>  </a:t>
            </a:r>
            <a:r>
              <a:rPr lang="de-DE" dirty="0" err="1"/>
              <a:t>hence</a:t>
            </a:r>
            <a:r>
              <a:rPr lang="de-DE" dirty="0"/>
              <a:t>  </a:t>
            </a:r>
            <a:r>
              <a:rPr lang="de-DE" dirty="0" err="1"/>
              <a:t>efficiency</a:t>
            </a:r>
            <a:r>
              <a:rPr lang="de-DE" dirty="0"/>
              <a:t> </a:t>
            </a:r>
            <a:r>
              <a:rPr lang="de-DE" dirty="0" err="1"/>
              <a:t>higher</a:t>
            </a:r>
            <a:r>
              <a:rPr lang="de-DE" dirty="0"/>
              <a:t>. </a:t>
            </a:r>
            <a:r>
              <a:rPr lang="de-DE" dirty="0" err="1"/>
              <a:t>Because</a:t>
            </a:r>
            <a:r>
              <a:rPr lang="de-DE" dirty="0"/>
              <a:t> </a:t>
            </a:r>
            <a:r>
              <a:rPr lang="de-DE" dirty="0" err="1"/>
              <a:t>there</a:t>
            </a:r>
            <a:r>
              <a:rPr lang="de-DE" dirty="0"/>
              <a:t> </a:t>
            </a:r>
            <a:r>
              <a:rPr lang="de-DE" dirty="0" err="1"/>
              <a:t>is</a:t>
            </a:r>
            <a:r>
              <a:rPr lang="de-DE" dirty="0"/>
              <a:t> a </a:t>
            </a:r>
            <a:r>
              <a:rPr lang="de-DE" dirty="0" err="1"/>
              <a:t>pressure</a:t>
            </a:r>
            <a:r>
              <a:rPr lang="de-DE" dirty="0"/>
              <a:t> </a:t>
            </a:r>
            <a:r>
              <a:rPr lang="de-DE" dirty="0" err="1"/>
              <a:t>drop</a:t>
            </a:r>
            <a:r>
              <a:rPr lang="de-DE" dirty="0"/>
              <a:t> </a:t>
            </a:r>
            <a:r>
              <a:rPr lang="de-DE" dirty="0" err="1"/>
              <a:t>across</a:t>
            </a:r>
            <a:r>
              <a:rPr lang="de-DE" dirty="0"/>
              <a:t> </a:t>
            </a:r>
            <a:r>
              <a:rPr lang="de-DE" dirty="0" err="1"/>
              <a:t>the</a:t>
            </a:r>
            <a:r>
              <a:rPr lang="de-DE" dirty="0"/>
              <a:t>  </a:t>
            </a:r>
            <a:r>
              <a:rPr lang="de-DE" dirty="0" err="1"/>
              <a:t>rotor</a:t>
            </a:r>
            <a:r>
              <a:rPr lang="de-DE" dirty="0"/>
              <a:t> </a:t>
            </a:r>
            <a:r>
              <a:rPr lang="de-DE" dirty="0" err="1"/>
              <a:t>it</a:t>
            </a:r>
            <a:r>
              <a:rPr lang="de-DE" dirty="0"/>
              <a:t> </a:t>
            </a:r>
            <a:r>
              <a:rPr lang="de-DE" dirty="0" err="1"/>
              <a:t>produces</a:t>
            </a:r>
            <a:r>
              <a:rPr lang="de-DE" dirty="0"/>
              <a:t> axial </a:t>
            </a:r>
            <a:r>
              <a:rPr lang="de-DE" dirty="0" err="1"/>
              <a:t>thrust</a:t>
            </a:r>
            <a:r>
              <a:rPr lang="de-DE" dirty="0"/>
              <a:t> </a:t>
            </a:r>
            <a:r>
              <a:rPr lang="de-DE" dirty="0" err="1"/>
              <a:t>and</a:t>
            </a:r>
            <a:r>
              <a:rPr lang="de-DE" dirty="0"/>
              <a:t> partial </a:t>
            </a:r>
            <a:r>
              <a:rPr lang="de-DE" dirty="0" err="1"/>
              <a:t>admission</a:t>
            </a:r>
            <a:r>
              <a:rPr lang="de-DE" dirty="0"/>
              <a:t> </a:t>
            </a:r>
            <a:r>
              <a:rPr lang="de-DE" dirty="0" err="1"/>
              <a:t>does</a:t>
            </a:r>
            <a:r>
              <a:rPr lang="de-DE" dirty="0"/>
              <a:t> not </a:t>
            </a:r>
            <a:r>
              <a:rPr lang="de-DE" dirty="0" err="1"/>
              <a:t>work</a:t>
            </a:r>
            <a:r>
              <a:rPr lang="de-DE" dirty="0"/>
              <a:t> </a:t>
            </a:r>
            <a:r>
              <a:rPr lang="de-DE" dirty="0" err="1"/>
              <a:t>properly</a:t>
            </a:r>
            <a:r>
              <a:rPr lang="de-DE" dirty="0"/>
              <a:t>. Rotor </a:t>
            </a:r>
            <a:r>
              <a:rPr lang="de-DE" dirty="0" err="1"/>
              <a:t>inlet</a:t>
            </a:r>
            <a:r>
              <a:rPr lang="de-DE" dirty="0"/>
              <a:t>  Ma </a:t>
            </a:r>
            <a:r>
              <a:rPr lang="de-DE" dirty="0" err="1"/>
              <a:t>are</a:t>
            </a:r>
            <a:r>
              <a:rPr lang="de-DE" dirty="0"/>
              <a:t> limited </a:t>
            </a:r>
            <a:r>
              <a:rPr lang="de-DE" dirty="0" err="1"/>
              <a:t>below</a:t>
            </a:r>
            <a:r>
              <a:rPr lang="de-DE" dirty="0"/>
              <a:t> </a:t>
            </a:r>
            <a:r>
              <a:rPr lang="de-DE" dirty="0" err="1"/>
              <a:t>unity</a:t>
            </a:r>
            <a:r>
              <a:rPr lang="de-DE" dirty="0"/>
              <a:t> – </a:t>
            </a:r>
            <a:r>
              <a:rPr lang="de-DE" dirty="0" err="1"/>
              <a:t>let´s</a:t>
            </a:r>
            <a:r>
              <a:rPr lang="de-DE" dirty="0"/>
              <a:t> </a:t>
            </a:r>
            <a:r>
              <a:rPr lang="de-DE" dirty="0" err="1"/>
              <a:t>say</a:t>
            </a:r>
            <a:r>
              <a:rPr lang="de-DE" dirty="0"/>
              <a:t> 0.85. This  </a:t>
            </a:r>
            <a:r>
              <a:rPr lang="de-DE" dirty="0" err="1"/>
              <a:t>fact</a:t>
            </a:r>
            <a:r>
              <a:rPr lang="de-DE" dirty="0"/>
              <a:t> </a:t>
            </a:r>
            <a:r>
              <a:rPr lang="de-DE" dirty="0" err="1"/>
              <a:t>limits</a:t>
            </a:r>
            <a:r>
              <a:rPr lang="de-DE" dirty="0"/>
              <a:t> </a:t>
            </a:r>
            <a:r>
              <a:rPr lang="de-DE" dirty="0" err="1"/>
              <a:t>the</a:t>
            </a:r>
            <a:r>
              <a:rPr lang="de-DE" dirty="0"/>
              <a:t> </a:t>
            </a:r>
            <a:r>
              <a:rPr lang="de-DE" dirty="0" err="1"/>
              <a:t>achievable</a:t>
            </a:r>
            <a:r>
              <a:rPr lang="de-DE" dirty="0"/>
              <a:t> VRAT </a:t>
            </a:r>
            <a:r>
              <a:rPr lang="de-DE" dirty="0" err="1"/>
              <a:t>or</a:t>
            </a:r>
            <a:r>
              <a:rPr lang="de-DE" dirty="0"/>
              <a:t> PR </a:t>
            </a:r>
            <a:r>
              <a:rPr lang="de-DE" dirty="0" err="1"/>
              <a:t>below</a:t>
            </a:r>
            <a:r>
              <a:rPr lang="de-DE" dirty="0"/>
              <a:t> </a:t>
            </a:r>
            <a:r>
              <a:rPr lang="de-DE" dirty="0" err="1"/>
              <a:t>about</a:t>
            </a:r>
            <a:r>
              <a:rPr lang="de-DE" dirty="0"/>
              <a:t> 10.</a:t>
            </a:r>
          </a:p>
          <a:p>
            <a:endParaRPr lang="de-DE" dirty="0"/>
          </a:p>
          <a:p>
            <a:r>
              <a:rPr lang="de-DE" dirty="0" err="1"/>
              <a:t>Applying</a:t>
            </a:r>
            <a:r>
              <a:rPr lang="de-DE" dirty="0"/>
              <a:t> </a:t>
            </a:r>
            <a:r>
              <a:rPr lang="de-DE" dirty="0" err="1"/>
              <a:t>the</a:t>
            </a:r>
            <a:r>
              <a:rPr lang="de-DE" dirty="0"/>
              <a:t> EULER </a:t>
            </a:r>
            <a:r>
              <a:rPr lang="de-DE" dirty="0" err="1"/>
              <a:t>equation</a:t>
            </a:r>
            <a:r>
              <a:rPr lang="de-DE" dirty="0"/>
              <a:t> on </a:t>
            </a:r>
            <a:r>
              <a:rPr lang="de-DE" dirty="0" err="1"/>
              <a:t>both</a:t>
            </a:r>
            <a:r>
              <a:rPr lang="de-DE" dirty="0"/>
              <a:t> </a:t>
            </a:r>
            <a:r>
              <a:rPr lang="de-DE" dirty="0" err="1"/>
              <a:t>stages</a:t>
            </a:r>
            <a:r>
              <a:rPr lang="de-DE" dirty="0"/>
              <a:t> </a:t>
            </a:r>
            <a:r>
              <a:rPr lang="de-DE" dirty="0" err="1"/>
              <a:t>we</a:t>
            </a:r>
            <a:r>
              <a:rPr lang="de-DE" dirty="0"/>
              <a:t> </a:t>
            </a:r>
            <a:r>
              <a:rPr lang="de-DE" dirty="0" err="1"/>
              <a:t>can</a:t>
            </a:r>
            <a:r>
              <a:rPr lang="de-DE" dirty="0"/>
              <a:t> </a:t>
            </a:r>
            <a:r>
              <a:rPr lang="de-DE" dirty="0" err="1"/>
              <a:t>see</a:t>
            </a:r>
            <a:r>
              <a:rPr lang="de-DE" dirty="0"/>
              <a:t> </a:t>
            </a:r>
            <a:r>
              <a:rPr lang="de-DE" dirty="0" err="1"/>
              <a:t>that</a:t>
            </a:r>
            <a:r>
              <a:rPr lang="de-DE" dirty="0"/>
              <a:t> </a:t>
            </a:r>
            <a:r>
              <a:rPr lang="de-DE" dirty="0" err="1"/>
              <a:t>the</a:t>
            </a:r>
            <a:r>
              <a:rPr lang="de-DE" dirty="0"/>
              <a:t> </a:t>
            </a:r>
            <a:r>
              <a:rPr lang="de-DE" dirty="0" err="1"/>
              <a:t>possible</a:t>
            </a:r>
            <a:r>
              <a:rPr lang="de-DE" dirty="0"/>
              <a:t> </a:t>
            </a:r>
            <a:r>
              <a:rPr lang="de-DE" dirty="0" err="1"/>
              <a:t>specific</a:t>
            </a:r>
            <a:r>
              <a:rPr lang="de-DE" dirty="0"/>
              <a:t> </a:t>
            </a:r>
            <a:r>
              <a:rPr lang="de-DE" dirty="0" err="1"/>
              <a:t>work</a:t>
            </a:r>
            <a:r>
              <a:rPr lang="de-DE" dirty="0"/>
              <a:t> </a:t>
            </a:r>
            <a:r>
              <a:rPr lang="de-DE" dirty="0" err="1"/>
              <a:t>done</a:t>
            </a:r>
            <a:r>
              <a:rPr lang="de-DE" dirty="0"/>
              <a:t> in an I </a:t>
            </a:r>
            <a:r>
              <a:rPr lang="de-DE" dirty="0" err="1"/>
              <a:t>stage</a:t>
            </a:r>
            <a:r>
              <a:rPr lang="de-DE" dirty="0"/>
              <a:t> </a:t>
            </a:r>
            <a:r>
              <a:rPr lang="de-DE" dirty="0" err="1"/>
              <a:t>is</a:t>
            </a:r>
            <a:r>
              <a:rPr lang="de-DE" dirty="0"/>
              <a:t> 2u2 </a:t>
            </a:r>
            <a:r>
              <a:rPr lang="de-DE" dirty="0" err="1"/>
              <a:t>and</a:t>
            </a:r>
            <a:r>
              <a:rPr lang="de-DE" dirty="0"/>
              <a:t> in an R </a:t>
            </a:r>
            <a:r>
              <a:rPr lang="de-DE" dirty="0" err="1"/>
              <a:t>stage</a:t>
            </a:r>
            <a:r>
              <a:rPr lang="de-DE" dirty="0"/>
              <a:t> </a:t>
            </a:r>
            <a:r>
              <a:rPr lang="de-DE" dirty="0" err="1"/>
              <a:t>only</a:t>
            </a:r>
            <a:r>
              <a:rPr lang="de-DE" dirty="0"/>
              <a:t>  1u2. </a:t>
            </a:r>
            <a:r>
              <a:rPr lang="de-DE" dirty="0" err="1"/>
              <a:t>That</a:t>
            </a:r>
            <a:r>
              <a:rPr lang="de-DE" dirty="0"/>
              <a:t> </a:t>
            </a:r>
            <a:r>
              <a:rPr lang="de-DE" dirty="0" err="1"/>
              <a:t>means</a:t>
            </a:r>
            <a:r>
              <a:rPr lang="de-DE" dirty="0"/>
              <a:t> </a:t>
            </a:r>
            <a:r>
              <a:rPr lang="de-DE" dirty="0" err="1"/>
              <a:t>for</a:t>
            </a:r>
            <a:r>
              <a:rPr lang="de-DE" dirty="0"/>
              <a:t> </a:t>
            </a:r>
            <a:r>
              <a:rPr lang="de-DE" dirty="0" err="1"/>
              <a:t>the</a:t>
            </a:r>
            <a:r>
              <a:rPr lang="de-DE" dirty="0"/>
              <a:t> same </a:t>
            </a:r>
            <a:r>
              <a:rPr lang="de-DE" dirty="0" err="1"/>
              <a:t>specific</a:t>
            </a:r>
            <a:r>
              <a:rPr lang="de-DE" dirty="0"/>
              <a:t> </a:t>
            </a:r>
            <a:r>
              <a:rPr lang="de-DE" dirty="0" err="1"/>
              <a:t>work</a:t>
            </a:r>
            <a:r>
              <a:rPr lang="de-DE" dirty="0"/>
              <a:t> </a:t>
            </a:r>
            <a:r>
              <a:rPr lang="de-DE" dirty="0" err="1"/>
              <a:t>done</a:t>
            </a:r>
            <a:r>
              <a:rPr lang="de-DE" dirty="0"/>
              <a:t>, </a:t>
            </a:r>
            <a:r>
              <a:rPr lang="de-DE" dirty="0" err="1"/>
              <a:t>the</a:t>
            </a:r>
            <a:r>
              <a:rPr lang="de-DE" dirty="0"/>
              <a:t> i </a:t>
            </a:r>
            <a:r>
              <a:rPr lang="de-DE" dirty="0" err="1"/>
              <a:t>stage</a:t>
            </a:r>
            <a:r>
              <a:rPr lang="de-DE" dirty="0"/>
              <a:t> </a:t>
            </a:r>
            <a:r>
              <a:rPr lang="de-DE" dirty="0" err="1"/>
              <a:t>requires</a:t>
            </a:r>
            <a:r>
              <a:rPr lang="de-DE" dirty="0"/>
              <a:t> a </a:t>
            </a:r>
            <a:r>
              <a:rPr lang="de-DE" dirty="0" err="1"/>
              <a:t>about</a:t>
            </a:r>
            <a:r>
              <a:rPr lang="de-DE" dirty="0"/>
              <a:t>  30% </a:t>
            </a:r>
            <a:r>
              <a:rPr lang="de-DE" dirty="0" err="1"/>
              <a:t>lower</a:t>
            </a:r>
            <a:r>
              <a:rPr lang="de-DE" dirty="0"/>
              <a:t>  </a:t>
            </a:r>
            <a:r>
              <a:rPr lang="de-DE" dirty="0" err="1"/>
              <a:t>circumferntial</a:t>
            </a:r>
            <a:r>
              <a:rPr lang="de-DE" dirty="0"/>
              <a:t> </a:t>
            </a:r>
            <a:r>
              <a:rPr lang="de-DE" dirty="0" err="1"/>
              <a:t>or</a:t>
            </a:r>
            <a:r>
              <a:rPr lang="de-DE" dirty="0"/>
              <a:t> </a:t>
            </a:r>
            <a:r>
              <a:rPr lang="de-DE" dirty="0" err="1"/>
              <a:t>rotational</a:t>
            </a:r>
            <a:r>
              <a:rPr lang="de-DE" dirty="0"/>
              <a:t> </a:t>
            </a:r>
            <a:r>
              <a:rPr lang="de-DE" dirty="0" err="1"/>
              <a:t>speed</a:t>
            </a:r>
            <a:r>
              <a:rPr lang="de-DE" dirty="0"/>
              <a:t> </a:t>
            </a:r>
            <a:r>
              <a:rPr lang="de-DE" dirty="0" err="1"/>
              <a:t>tha</a:t>
            </a:r>
            <a:r>
              <a:rPr lang="de-DE" dirty="0"/>
              <a:t> </a:t>
            </a:r>
            <a:r>
              <a:rPr lang="de-DE" dirty="0" err="1"/>
              <a:t>the</a:t>
            </a:r>
            <a:r>
              <a:rPr lang="de-DE" dirty="0"/>
              <a:t> R-stage.</a:t>
            </a:r>
          </a:p>
        </p:txBody>
      </p:sp>
      <p:sp>
        <p:nvSpPr>
          <p:cNvPr id="4" name="Foliennummernplatzhalt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3ACC14B-597D-41AD-96E9-096200477954}" type="slidenum">
              <a:rPr kumimoji="0" lang="de-DE"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de-DE"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7005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vectors use the uploaded R1233zd(E) case at 10000 rpm, D=0.2 m and both metal-angle inputs 27 degrees. Axial velocities are approximately 44 and 40 m/s. U=104.72 m/s. Inlet relative speed is 119.61 m/s, whereas nozzle absolute speed is 220.39 m/s. Divide each by the same inlet-to-rotor sound speed, 147.93 m/s, to obtain the distinct Mach numbers. Ask students to point to the reference frame associated with each arrow. Diagram is geometrically scaled from data, but row positions are illustrative.</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fixed blade speed and inlet tangential velocity, Euler work increases as c2u decreases, including to negative c2u. Thus zero swirl is not the mathematical upper bound of Euler work. Exit kinetic energy depends on c2a as well as c2u. When changing speed or outlet metal angle, relative speed, incidence, rotor losses and exit kinetic energy vary together. This clarifies the earlier beta2 sweep: the nearest-to-zero point need not actually have zero swirl, and a constrained optimum is not a global optimum. General radial-machine work uses U1 and U2 separately.</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these quantities explicitly because the early notebook called U/c_is a stage-loading indicator. That informal wording should not replace the conventional loading coefficient. Define c_is from the chosen total-to-static isentropic drop. The number of stages depends on the head that can be extracted per stage at acceptable velocity triangles, stress, Mach and efficiency. Similarity based on these ratios is useful but incomplete: Reynolds number, geometry ratios and real-fluid thermodynamic state also matter.</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supplied model the rotor loss fit assumes matched flow and metal angles. Keep its geometric turning definition; do not quietly replace it with arbitrary off-design flow turning. The added sin-squared incidence penalty with K_i=1 is an illustrative uncalibrated teaching assumption, not a validated general turbine correlation. Zero outlet deviation is a second explicit simplification. Do not claim either approximation predicts stall, shocks or separation. Students should see the distinction between a model closure and a conservation </a:t>
            </a:r>
            <a:r>
              <a:rPr lang="en-US"/>
              <a:t>law.</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gap ratios are a purely geometric illustration, not predictions of 10% and 1% leakage loss. The two blade drawings are not at one geometric scale. A small inlet volume flow can create short axial blades, increasing relative tip clearance and endwall influence. Small turbines are not automatically low-Reynolds-number: high density can offset reduced chord. Evaluate Re=rho*w*c/mu and relative roughness. Manufacturing throat errors also alter swallowing </a:t>
            </a:r>
            <a:r>
              <a:rPr lang="en-US"/>
              <a:t>capacity.</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admission fraction measures active circumferential extent, not the fraction of rotor blades manufactured. Explain the trade-off at fixed mass flow: less active arc demands more height if the other flow variables remain fixed. Real stage losses include sector entry/exit processes and windage, and blade loading becomes periodic. The existing research code contains approximate partial-admission closures; they should not be taught as universal laws. Full-admission geometry should be handled consistently when rounding blade/nozzle counts.</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arithmetic illustration holds U and shaft power fixed and therefore is not a pair of optimised turbine designs. Four times smaller mean diameter implies four times higher rpm and one quarter of the torque. High speed is driven by matching blade-speed ratio at small diameter, not directly by a rule that every organic-fluid machine rotates quickly. Stress, critical speeds, thrust, balance quality, bearing losses and generator cooling must be checked independently. This is where an aerodynamic optimum encounters mechanical feasibility.</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a crop of the author-supplied thesis Figure 5.5, printed page 98, showing the Mark II assembly; no performance claims are inferred from the drawing. Do not confuse magnetic couplings with magnetic bearings. Literature examples show feasibility, not a universal preferred choice: Rosset et al. report an oil-free small ORC turbogenerator on gas-lubricated bearings, while Tanaka et al. describe a hermetic generator with magnetic bearings. Selection depends on loads, speed, fluid, temperature, start-stop duty and </a:t>
            </a:r>
            <a:r>
              <a:rPr lang="en-US"/>
              <a:t>economics.</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frequency equation is a standard synchronous-machine kinematic relation. With two poles (one pole pair), 40000/60=666.7 Hz. Power electronics decouple variable generator frequency from the grid. Semiconductor switching frequency is a different engineering choice and should not be equated to shaft-frequency-derived AC. A gearbox avoids some high-speed generator requirements but adds components, lubrication and losses. The overall package must include electrical losses and cooling, not only turbine isentropic efficiency.</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R_s for the specific gas constant to avoid confusing it with the universal molar constant. Z can be below or above one, depending on state; dense vapour should not be defined by Z&lt;1 as a universal rule. For a calorically perfect ideal gas, Gamma=(gamma+1)/2&gt;1. For a real fluid, gamma=c_p/c_v is not generally the isentropic exponent in a^2=gamma*p/rho. Each property answers a different question, and an accurate EOS derivative is </a:t>
            </a:r>
            <a:r>
              <a:rPr lang="en-US"/>
              <a:t>needed.</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sign directly from the definition rather than asking students to memorise the table. During an ordinary stable single-phase isentropic expansion density decreases. Hence a increases if Gamma&lt;1. The distinction between classical and non-classical wave dynamics is Gamma=0, not Gamma=1. For a lossy flow path, da also includes (partial a/partial s)_rho ds, so a measured sound-speed increase alone cannot uniquely diagnose Gamma. Gamma exactly equal to one gives a locally zero isentropic density derivative of a.</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figure is reproduced from the author's thesis, Figure 2.8, showing MM and not R1233zd(E). Do not imply the pictured Gamma map belongs to the notebook fluid. The right-hand numbers are endpoints of the uploaded R1233zd(E) isentrope, with a 14.018% net increase. Only endpoint data are used here: they do not prove Gamma&lt;1 everywhere along the interval. The notebook can evaluate Gamma locally. The figure is a property map, not a measured turbine performance map.</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nozzle contour is an original qualitative sketch, not a manufacturing profile. In a standard steady adiabatic isentropic single-phase nozzle, dA/A=(Ma^2-1) dc/c. Geometry alone does not guarantee the flow regime: the inlet state and back pressure must support choking and the appropriate branch. Real-fluid sound speed and density enter the sonic state. Boundary layers, blockage, finite trailing-edge thickness and stator turning alter a practical passage. The meanline tool sizes areas; detailed geometry remains another level of modelling.</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h0 and s0 distinct from static properties. The first ordinary sonic point satisfies h0-h*=a*^2/2. The formula uses total active throat area, not full annulus area. For the actual outlet, use the selected loss model and matching density and velocity. Method of characteristics provides an inviscid contour in the supersonic region; a boundary-layer correction and CFD/experiment are separate. Uniform geometric scaling preserves area ratio. Stretching a contour to force a different outlet ratio is a new aerodynamic shape requiring verification, not a correction that preserves the original MOC </a:t>
            </a:r>
            <a:r>
              <a:rPr lang="en-US"/>
              <a:t>solution.</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sketches indicate wave tendencies downstream of a supersonic nozzle; they are not complete flow solutions. Overexpanded operation may develop shocks and separation, including inside the passage depending on back pressure. Choked capacity is independent of further downstream-pressure reduction only while the choked regime and inlet total state are maintained. There is no universal real-fluid critical ratio of 0.52-0.60. The current teaching off-design model monitors outlet-area mismatch, but does not resolve these wave structures. Therefore it should be presented as a reduced model, especially far from design.</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discussion in the thesis explicitly identifies model limitations: radial variations, boundary layers, mechanical losses, diffuser uncertainty and manufacturing effects. An optimisation can exploit an empirical model outside its evidence base. A positive result with a small conservation residual only confirms internal consistency, not hardware accuracy. NICFD still needs reliable property measurements/EOS validation. This is the key bridge to a responsible hands-on tutorial: students should explain both the result and what the model does not contain.</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0951D-FADA-2381-BECB-11EE15DE4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1A719-4100-F921-D0D1-BFF35B480E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52D3B-6542-D775-D265-2BB40F835A03}"/>
              </a:ext>
            </a:extLst>
          </p:cNvPr>
          <p:cNvSpPr>
            <a:spLocks noGrp="1"/>
          </p:cNvSpPr>
          <p:nvPr>
            <p:ph type="body" idx="1"/>
          </p:nvPr>
        </p:nvSpPr>
        <p:spPr/>
        <p:txBody>
          <a:bodyPr/>
          <a:lstStyle/>
          <a:p>
            <a:r>
              <a:rPr lang="en-US" dirty="0"/>
              <a:t>Separate aerodynamic losses embedded in velocity coefficients from explicit mechanical/ventilation losses. The bar chart is a model bookkeeping aid, not a full exergy balance.
[Sources]
- design_point.json — power and loss values.
- correlations.py — disk-friction and partial-admission loss models.
- model.py — efficiency calculation.
[/Sources]</a:t>
            </a:r>
          </a:p>
        </p:txBody>
      </p:sp>
      <p:sp>
        <p:nvSpPr>
          <p:cNvPr id="4" name="Slide Number Placeholder 3">
            <a:extLst>
              <a:ext uri="{FF2B5EF4-FFF2-40B4-BE49-F238E27FC236}">
                <a16:creationId xmlns:a16="http://schemas.microsoft.com/office/drawing/2014/main" id="{A21C05DF-D8C7-267C-95EE-F877596B21D8}"/>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518657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9F22-6575-06E8-3C7B-A89671463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BE8B5-F029-2563-76E9-4D4F83A9E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BD745F-FC84-5602-1E3D-2CE679338C1B}"/>
              </a:ext>
            </a:extLst>
          </p:cNvPr>
          <p:cNvSpPr>
            <a:spLocks noGrp="1"/>
          </p:cNvSpPr>
          <p:nvPr>
            <p:ph type="body" idx="1"/>
          </p:nvPr>
        </p:nvSpPr>
        <p:spPr/>
        <p:txBody>
          <a:bodyPr/>
          <a:lstStyle/>
          <a:p>
            <a:r>
              <a:rPr lang="en-US" dirty="0"/>
              <a:t>Separate aerodynamic losses embedded in velocity coefficients from explicit mechanical/ventilation losses. The bar chart is a model bookkeeping aid, not a full exergy balance.
[Sources]
- design_point.json — power and loss values.
- correlations.py — disk-friction and partial-admission loss models.
- model.py — efficiency calculation.
[/Sources]</a:t>
            </a:r>
          </a:p>
        </p:txBody>
      </p:sp>
      <p:sp>
        <p:nvSpPr>
          <p:cNvPr id="4" name="Slide Number Placeholder 3">
            <a:extLst>
              <a:ext uri="{FF2B5EF4-FFF2-40B4-BE49-F238E27FC236}">
                <a16:creationId xmlns:a16="http://schemas.microsoft.com/office/drawing/2014/main" id="{55A2B571-6630-E688-410C-503AA6FC29B6}"/>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954840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reduced efficiency curve is calibrated along the selected fixed-outlet-pressure and inlet-superheat trajectory for one fluid and one frozen machine. Using it elsewhere is an approximation that must be stated, not made universal by normalisation. In TESPy the actual mass-flow residual should use the fixed throat and the current total inlet state, or negligible approach velocity. If a valve is introduced, use its downstream state. The root condition is h0-h*=a*^2/2 on s=s0, and the component residual is m_dot_TESPy-Cd*Astar*rhostar*astar=0. Check the valid choked operating region.</a:t>
            </a:r>
            <a:r>
              <a:rPr lang="en-US"/>
              <a: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J01 - ORC turbine design: guided Jupyter workshop
Suggested pace: 1 minute. This replaces the older notebook companion deck, not the foundations lecture. The class has already discussed turbomachinery physics before coffee. Use these slides as signposts, task prompts and joint checkpoints; spend most of the 100 minutes in the notebook. No previous Python experience is assumed.
[Sources]
Author-supplied guided student notebook (01_supersonic_orc_turbine_student_guided.ipynb), as provided in this conversation. Section headings and student variable names are retained; no notebook code is changed by this deck.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J04 - Open the guided notebook and run the first cells
Suggested pace: 4 minutes. Open 01_supersonic_orc_turbine_student_guided.ipynb in the prepared Summer School JupyterLab environment. Run the imports, then the prepared DesignInputs cell, then design_explorer(default_inputs). This slide deliberately does not introduce a second environment-installation procedure. Important source-code behaviour: the widget calls replace(default, ...), so moving its sliders does not overwrite default_inputs, inputs or an already calculated reference_design. It is a preview. Later work uses the explicit baseline inputs cell. If startup fails, assist locally or let the pair share a machine; do not turn this into an installation workshop.
[Sources]
Author-supplied guided student notebook (01_supersonic_orc_turbine_student_guided.ipynb), as provided in this conversation. Section headings and student variable names are retained; no notebook code is changed by this deck.
Author-supplied widgets.py and the later image-widget version discussed in the conversation.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J05 - Everyone starts from the same saved design point
Suggested pace: 2 minutes. These are prescribed design inputs, not free off-design inputs. Describe p_in and T_in as inlet total quantities under the negligible approach-velocity convention in the notebook; p_out is static. Keep the baseline unchanged until after the equation exercises. Requested full admission is 1.0; the current source model rounds the nozzle count and stores an effective value 0.994718. Do not silently replace the model output with exact unity.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J06 - A — Turn the cycle conditions into a velocity scale
ACTIVITY 1 | 6 minutes. Notebook location: Block A - From cycle conditions to stage loading.
Leave this slide projected while pairs work. Ask them to say what the equation means before editing. Only the marked np.nan expressions are editable. Do not ask them to write a function, loop or a property call. A syntax problem does not block the next section: the guided notebook uses the reference model downstream. Advance to the checkpoint only when discussing together.
Suggested solution (not shown to participants yet):
student_pressure_ratio = inputs.p_in_Pa / inputs.p_out_Pa
student_dh_is_J_kg = state_in["h_J_kg"] - state_out_is["h_J_kg"]
student_c_is_m_s = np.sqrt(2.0 * student_dh_is_J_kg)
student_U_m_s = np.pi * inputs.D_mid_m * inputs.n_rpm / 60.0
student_U_over_cis = student_U_m_s / student_c_is_m_s
Discussion prompt: What happens to U/c_is if n doubles while the inlet state, outlet pressure and diameter stay fixed?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J07 - A — Check the scale before trusting the next calculation
Suggested pace: 3 minutes after the activity. Expected values are pressure ratio 4; dh_is 28830.3958 J/kg; c_is 240.1266 m/s; U 104.7198 m/s; U/c_is 0.436102. If velocity is about 7.6 m/s, ask whether enthalpy was used in kJ/kg instead of J/kg. At fixed geometry and thermodynamic boundary conditions, doubling speed doubles U/c_is, not the imposed pressure ratio. Refer to this quantity as blade-speed ratio; the foundations deck distinguishes it from the conventional loading coefficient.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J08 - B — Will the ideal nozzle outlet be supersonic?
ACTIVITY 2 | 4 minutes. Notebook location: Block B - Supersonic stator and sonic throat.
Leave this slide projected while pairs work. Ask them to say what the equation means before editing. Only the marked np.nan expressions are editable. Do not ask them to write a function, loop or a property call. A syntax problem does not block the next section: the guided notebook uses the reference model downstream. Advance to the checkpoint only when discussing together.
Suggested solution (not shown to participants yet):
student_c_exit_is_m_s = np.sqrt(2.0 * (h_in_J_kg - h_out_is_J_kg))
student_Ma_exit_is = student_c_exit_is_m_s / a_out_is_m_s
Discussion prompt: Before calculating: compare the velocity scale from Block A with the real-fluid outlet sound speed.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J09 - B — A sonic throat connects the inlet to a supersonic outlet
Suggested pace: 3 minutes. Run the supplied path cell. The line art on this slide is schematic, not a MOC contour or a nozzle-coordinate export. The sonic pressure comes from the saved reference model: 1.247649 MPa. The reference design samples the first Ma&gt;=1 point in its pressure grid; do not claim this is an exact root-finding solution. The student's two scalar equations confirm c_is=240.13 m/s and Ma_exit,is=1.6403. No student has to implement the pressure loop.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pressure sweep: at each pressure, the static state comes from the inlet entropy, then enthalpy converts into kinetic energy. The first Ma≥1 point identifies the throat.
[Sources]
- model.py — _isentropic_path() and throat identification.
- design_point.json — p_throat and Ma_out_is.
[/Sources]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7077810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J11 - B — A real nozzle converts less of the head into jet speed
Suggested pace: 2 minutes. Do not ask participants to reproduce polynomial coefficients. In the supplied model phi_s=0.917810, c1=220.3907 m/s and Ma1=1.489838. h1=480525.924 J/kg exceeds the isentropic outlet enthalpy. The actual outlet sound speed also changes, so Ma1 is not simply phi_s times the ideal Mach. Use the outlet formula shown; the path implementation has its own pedagogical loss distribution and is not re-derived here.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69DE4-A0E3-BC76-DBEC-091DD35C6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E8910-7C6E-5F71-DF4C-08F74A721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77704-2279-45EC-3473-DE69D9BFA61F}"/>
              </a:ext>
            </a:extLst>
          </p:cNvPr>
          <p:cNvSpPr>
            <a:spLocks noGrp="1"/>
          </p:cNvSpPr>
          <p:nvPr>
            <p:ph type="body" idx="1"/>
          </p:nvPr>
        </p:nvSpPr>
        <p:spPr/>
        <p:txBody>
          <a:bodyPr/>
          <a:lstStyle/>
          <a:p>
            <a:r>
              <a:rPr lang="en-US" dirty="0"/>
              <a:t>Walk through the pressure sweep: at each pressure, the static state comes from the inlet entropy, then enthalpy converts into kinetic energy. The first Ma≥1 point identifies the throat.
[Sources]
- model.py — _isentropic_path() and throat identification.
- design_point.json — p_throat and Ma_out_is.
[/Sources]</a:t>
            </a:r>
          </a:p>
        </p:txBody>
      </p:sp>
      <p:sp>
        <p:nvSpPr>
          <p:cNvPr id="4" name="Slide Number Placeholder 3">
            <a:extLst>
              <a:ext uri="{FF2B5EF4-FFF2-40B4-BE49-F238E27FC236}">
                <a16:creationId xmlns:a16="http://schemas.microsoft.com/office/drawing/2014/main" id="{C1C6C09A-1A07-01C4-FBBE-1190F79D0DE9}"/>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42658225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J12 - B — Use continuity twice to size the nozzle
ACTIVITY 3 | 5 minutes. Notebook location: Block B - Continuity and nozzle area.
Leave this slide projected while pairs work. Ask them to say what the equation means before editing. Only the marked np.nan expressions are editable. Do not ask them to write a function, loop or a property call. A syntax problem does not block the next section: the guided notebook uses the reference model downstream. Advance to the checkpoint only when discussing together.
Suggested solution (not shown to participants yet):
student_A_throat_m2 = inputs.m_dot_kg_s / (rho_star_kg_m3 * c_star_m_s)
student_A_outlet_m2 = inputs.m_dot_kg_s / (rho_nozzle_out_kg_m3 * c_nozzle_out_m_s)
student_area_ratio = student_A_outlet_m2 / student_A_throat_m2
Discussion prompt: Which density and velocity belong to each section? Are these total areas for all nozzles, or one slot?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J14 - B — Choose the velocity normal to the area you use
Suggested pace: 3 minutes. This applies the control-surface distinction already introduced in the foundations lecture. No need for a new coding task. For a section normal to the local nozzle velocity use c1=220.3907 m/s. For the axial annulus plane use c1a=43.93884 m/s because alpha1=11.5 deg is measured from the tangential direction. Then A_axial=e*pi*D*h=A_normal/sin(alpha1); using either consistently yields the same mass flow. Blockage and nonuniformity are neglected in this first-order construction.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J15 - C — Step into the moving rotor frame
ACTIVITY 4A | 7 minutes. Notebook location: Block C - Rotor velocity triangle, metal angle, and incidence.
Leave this slide projected while pairs work. Ask them to say what the equation means before editing. Only the marked np.nan expressions are editable. Do not ask them to write a function, loop or a property call. A syntax problem does not block the next section: the guided notebook uses the reference model downstream. Advance to the checkpoint only when discussing together.
Suggested solution (not shown to participants yet):
student_w1a_m_s = c1a_m_s  # already completed
student_w1u_m_s = c1u_m_s - U_m_s
student_w1_m_s = np.hypot(student_w1a_m_s, student_w1u_m_s)
student_beta1_flow_deg = np.degrees(np.arctan2(student_w1a_m_s, student_w1u_m_s))
student_incidence_deg = student_beta1_flow_deg - inputs.beta_rotor_in_deg
Discussion prompt: Does the blade metal angle change when speed changes? Which component is altered by subtracting U?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J17 - C — Keep the metal angle; account for incidence separately
Suggested pace: 3 minutes. The empirical matched-flow coefficient is evaluated using geometric turning. The teaching addition uses phi_eff^2=phi_0^2-K_i*sin(i)^2 with K_i=1. This is a transparent low-order assumption, not a validated universal incidence correlation. Do not present it as a result of the original design correlation. The saved height-corrected zero-incidence coefficient is 0.776973 and the effective coefficient is 0.771152. The outlet slider 27 deg denotes an acute angle from -u, so its direction measured from +u is 153 deg. Outlet deviation is neglected in this model. No student edits on this slide.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J18 - D — One line turns angular momentum into power
ACTIVITY 4B | 4 minutes. Notebook location: Block D - Euler work, losses, and turbine efficiency.
Leave this slide projected while pairs work. Ask them to say what the equation means before editing. Only the marked np.nan expressions are editable. Do not ask them to write a function, loop or a property call. A syntax problem does not block the next section: the guided notebook uses the reference model downstream. Advance to the checkpoint only when discussing together.
Suggested solution (not shown to participants yet):
student_P_aero_W = inputs.m_dot_kg_s * U_m_s * (c1u_m_s - c2u_m_s)
Discussion prompt: Should this turbine produce tens of watts, kilowatts, or megawatts? What sign should turbine power have?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J19 - D — Separate aerodynamic, shaft and electrical power
Suggested pace: 4 minutes. The supplied model gives Paero=100047.235 W, disk friction=336.585 W, partial-admission loss=27.882 W, Pmech=99682.768 W and eta=0.688071. The small losses shown between Paero and Pmech do not mean the turbine is nearly 100 percent efficient: nozzle, rotor and residual-exit-velocity effects already enter Paero. Do not subtract aerodynamic losses again. Pmech is not a complete net electrical output. The input partial admission was 1.0 but the rounded source geometry gave 0.994718, explaining the nonzero small PA term. These values reproduce the source model, not a correction of it.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J20 - D — Read the output as a first-order machine
Suggested pace: 3 minutes. The nozzle height is 7.954984 mm and rotor height 8.254984 mm. The added 0.3 mm is a model height allowance, not a specified tip clearance. Dhub=Dmid-h and Dtip=Dmid+h. There are 24 stator nozzles and 25 rotor blades in the saved case. Effective admission is 0.994718 after rounding. The unrolled meridional sketch is conceptual and not to scale; do not use it as a CAD section. Participants should compare the same values in reference_design.summary().
[Sources]
Author-supplied guided student notebook (01_supersonic_orc_turbine_student_guided.ipynb), as provided in this conversation. Section headings and student variable names are retained; no notebook code is changed by this deck.
Author-supplied design_point.json: R1233zd(E), inlet 2 MPa / 423.15 K, outlet 0.5 MPa, 5.025 kg/s, 10000 rpm, mean diameter 0.2 m, inlet/outlet rotor metal-angle inputs 27 deg. Numbers are saved model outputs, not measured performance or a new solver run.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J21 - Change one input; predict two consequences
Suggested pace: 8-10 minutes. Each pair chooses just one case and records a baseline and a changed point. Speed case: change rpm, keep the other widgets fixed and watch blade-speed ratio, incidence, exit swirl and efficiency. Incidence case: change beta1 metal toward beta1 flow; explain that the design explorer also changes geometric turning when beta1 changes, so it is not a pure isolated incidence experiment. Outlet-angle case: change beta2, watch phi_r, c2u and power; positive residual swirl is not evidence by itself of an optimiser failure. The explorer calls design_stage, so geometry may be re-sized when a sizing-related input changes; this is a design comparison, not automatically off-design of the same hardware.
[Sources]
Author-supplied guided student notebook (01_supersonic_orc_turbine_student_guided.ipynb), as provided in this conversation. Section headings and student variable names are retained; no notebook code is changed by this deck.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J23 - E — Freeze the geometry before creating the handoff
Suggested pace: 2 minutes. Move from design_stage to freeze_geometry(reference_design). The fixed geometry includes diameters, areas, heights, pitch, nozzle/blade counts and metal angles. The evaluation sweeps inlet pressure at fixed outlet pressure, preserves design superheat where available, and tests speeds internally. The exported one-dimensional efficiency characteristic uses the best sampled speed at each pressure ratio. The speed is informative but the curve still assumes ideal variable-speed control. If a maximum occurs at the search boundary it is only the best tested speed, not a demonstrated global optimum.
[Sources]
Author-supplied guided student notebook (01_supersonic_orc_turbine_student_guided.ipynb), as provided in this conversation. Section headings and student variable names are retained; no notebook code is changed by this deck.
Author-supplied turbine_reduced_characteristic.json, schema kcorc_reduced_turbine_characteristic_v1. Fixed outlet pressure 500000 Pa; inlet superheat preserved along the pressure sweep; efficiency-maximising speed selected internally; fixed choked throat with Cd=1.
Author-supplied ORC_Turbomachinery_Fundamentals_Addon_EN.pptx, relevant foundations slides; KCORC_2026_Supersonic_ORC_Turbine_Tutorial.pptx; supplied teaching source model.py, offdesign.py, correlations.py and incidence/NICFD additions discussed in the conversation. These are teaching-model assumptions, not independently validated universal correlations.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J24 - E — Give TESPy one efficiency curve
Suggested pace: 3 minutes. Curve points are redrawn from the supplied JSON, not re-simulated. Thirty samples span PR=1.8 to 6.1032258. The ideal variable-speed speed sweep is internal, so shaft rpm is not a second independent axis in the handoff. The saved reference design at PR=4 and 10000 rpm has eta=0.688071; the optimal-speed curve is about 0.6909 at PR=4, so it need not pass through that efficiency value. Do not imply global validation from smoothness. In the previous diagnostics, the stator correlation and neglected off-design matching physics affected this decreasing trend. The 1D reduction belongs to the saved inlet-state path and fluid, not every ORC with the same pressure ratio.
[Sources]
Author-supplied turbine_reduced_characteristic.json, schema kcorc_reduced_turbine_characteristic_v1. Fixed outlet pressure 500000 Pa; inlet superheat preserved along the pressure sweep; efficiency-maximising speed selected internally; fixed choked throat with Cd=1.
Author-supplied design_point.json: R1233zd(E), inlet 2 MPa / 423.15 K, outlet 0.5 MPa, 5.025 kg/s, 10000 rpm, mean diameter 0.2 m, inlet/outlet rotor metal-angle inputs 27 deg. Numbers are saved model outputs, not measured performance or a new solver run.
Author-supplied guided student notebook (01_supersonic_orc_turbine_student_guided.ipynb), as provided in this conversation. Section headings and student variable names are retained; no notebook code is changed by this deck.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J25 - E — Choked does not mean constant mass flow
Suggested pace: 3 minutes. This plot uses inlet pressure, not pressure ratio, on the horizontal axis. All plotted points belong to the supplied sliding-pressure path with fixed outlet pressure and changing inlet temperature. Choking removes sensitivity to a further downstream-pressure reduction at a fixed inlet total state; it does not remove inlet-state sensitivity. m_dot=Cd*A_star*rho_star*a_star. For the TESPy residual, the sonic state must be evaluated from the current turbine inlet state; after an inlet control valve use the post-valve inlet. The JSON mass-flow array is a reference path, not a universal m_dot(PR) law. Outside the choked regime a separate model is needed.
[Sources]
Author-supplied turbine_reduced_characteristic.json, schema kcorc_reduced_turbine_characteristic_v1. Fixed outlet pressure 500000 Pa; inlet superheat preserved along the pressure sweep; efficiency-maximising speed selected internally; fixed choked throat with Cd=1.
Author-supplied guided student notebook (01_supersonic_orc_turbine_student_guided.ipynb), as provided in this conversation. Section headings and student variable names are retained; no notebook code is changed by this deck.
Author-supplied correspondence with Francesco Witte and the agreed sonic-throat residual pseudocode.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J26 - E — One JSON connects the two workshops
Suggested pace: 2 minutes. Run the export cell. The code block here is a schema illustration, not literal runnable JSON. Keep the filename turbine_reduced_characteristic.json. In the supplied schema the total throat area is in fixed_geometry and Cd is in mass_flow_model; the same data need not be duplicated. Wednesday's model should interpolate efficiency, evaluate the inlet-state-dependent choked mass-flow residual and report rpm for information. P_mech and tabulated mass flow are reference-path outputs and should not be treated as universal cycle outputs. Do not ask students to implement TESPy UDEs during Tuesday's session.
[Sources]
Author-supplied guided student notebook (01_supersonic_orc_turbine_student_guided.ipynb), as provided in this conversation. Section headings and student variable names are retained; no notebook code is changed by this deck.
Author-supplied turbine_reduced_characteristic.json, schema kcorc_reduced_turbine_characteristic_v1. Fixed outlet pressure 500000 Pa; inlet superheat preserved along the pressure sweep; efficiency-maximising speed selected internally; fixed choked throat with Cd=1.
Author-supplied spale2026_turbine_tespy.py and correspondence with Francesco Witte: separation of efficiency and mass-flow constraints.
Author-supplied ORC_Turbomachinery_Fundamentals_Addon_EN.pptx and UCEEB_prezentace_vzor_022026_CZ.pptx: reuse of UCEEB logo and cover background; same Arial typography, CTU blue, teal panels, margins and footer language.
[/Sources]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lecture portion here. Keep the final slide visible during questions and the transition back to JupyterLab.
[Sources]
- UCEEB_prezentace_vzor_022026_CZ.pptx — visual template and closing-slide style.
[/Sources]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Nadpis a obsa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62865" y="225430"/>
            <a:ext cx="10510059" cy="1165225"/>
          </a:xfrm>
        </p:spPr>
        <p:txBody>
          <a:bodyPr anchor="b">
            <a:normAutofit/>
          </a:bodyPr>
          <a:lstStyle>
            <a:lvl1pPr>
              <a:defRPr sz="2600" kern="2800" baseline="0">
                <a:solidFill>
                  <a:schemeClr val="tx1"/>
                </a:solidFill>
                <a:latin typeface="Arial Black" panose="020B0A04020102020204" pitchFamily="34" charset="0"/>
              </a:defRPr>
            </a:lvl1pPr>
          </a:lstStyle>
          <a:p>
            <a:r>
              <a:rPr lang="en-GB" noProof="0" dirty="0"/>
              <a:t>TITLE</a:t>
            </a:r>
          </a:p>
        </p:txBody>
      </p:sp>
      <p:sp>
        <p:nvSpPr>
          <p:cNvPr id="3" name="Content Placeholder 2"/>
          <p:cNvSpPr>
            <a:spLocks noGrp="1"/>
          </p:cNvSpPr>
          <p:nvPr>
            <p:ph idx="1" hasCustomPrompt="1"/>
          </p:nvPr>
        </p:nvSpPr>
        <p:spPr>
          <a:xfrm>
            <a:off x="1381129" y="1524000"/>
            <a:ext cx="10591799" cy="4964723"/>
          </a:xfrm>
        </p:spPr>
        <p:txBody>
          <a:bodyPr>
            <a:normAutofit/>
          </a:bodyPr>
          <a:lstStyle>
            <a:lvl1pPr marL="457189" indent="-457189">
              <a:buFont typeface="Wingdings" panose="05000000000000000000" pitchFamily="2" charset="2"/>
              <a:buChar char="§"/>
              <a:defRPr sz="1800" kern="3000" baseline="0">
                <a:latin typeface="Arial" panose="020B0604020202020204" pitchFamily="34" charset="0"/>
                <a:cs typeface="Arial" panose="020B0604020202020204" pitchFamily="34" charset="0"/>
              </a:defRPr>
            </a:lvl1pPr>
          </a:lstStyle>
          <a:p>
            <a:pPr lvl="0"/>
            <a:r>
              <a:rPr lang="en-GB" noProof="0" dirty="0"/>
              <a:t>TEXT</a:t>
            </a:r>
          </a:p>
        </p:txBody>
      </p:sp>
    </p:spTree>
    <p:extLst>
      <p:ext uri="{BB962C8B-B14F-4D97-AF65-F5344CB8AC3E}">
        <p14:creationId xmlns:p14="http://schemas.microsoft.com/office/powerpoint/2010/main" val="2441178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1076324" y="1692713"/>
            <a:ext cx="10058400" cy="3965575"/>
          </a:xfrm>
          <a:prstGeom prst="rect">
            <a:avLst/>
          </a:prstGeom>
        </p:spPr>
        <p:txBody>
          <a:bodyPr/>
          <a:lstStyle>
            <a:lvl1pPr>
              <a:buClr>
                <a:srgbClr val="F29400"/>
              </a:buClr>
              <a:defRPr sz="2400">
                <a:solidFill>
                  <a:srgbClr val="94877C"/>
                </a:solidFill>
                <a:latin typeface="Tahoma" panose="020B0604030504040204" pitchFamily="34" charset="0"/>
                <a:ea typeface="Tahoma" panose="020B0604030504040204" pitchFamily="34" charset="0"/>
                <a:cs typeface="Tahoma" panose="020B0604030504040204" pitchFamily="34" charset="0"/>
              </a:defRPr>
            </a:lvl1pPr>
            <a:lvl2pPr>
              <a:buClr>
                <a:srgbClr val="F29400"/>
              </a:buClr>
              <a:defRPr sz="2000">
                <a:solidFill>
                  <a:srgbClr val="94877C"/>
                </a:solidFill>
                <a:latin typeface="Tahoma" panose="020B0604030504040204" pitchFamily="34" charset="0"/>
                <a:ea typeface="Tahoma" panose="020B0604030504040204" pitchFamily="34" charset="0"/>
                <a:cs typeface="Tahoma" panose="020B0604030504040204" pitchFamily="34" charset="0"/>
              </a:defRPr>
            </a:lvl2pPr>
            <a:lvl3pPr>
              <a:buClr>
                <a:srgbClr val="F29400"/>
              </a:buClr>
              <a:defRPr sz="1800">
                <a:solidFill>
                  <a:srgbClr val="94877C"/>
                </a:solidFill>
                <a:latin typeface="Tahoma" panose="020B0604030504040204" pitchFamily="34" charset="0"/>
                <a:ea typeface="Tahoma" panose="020B0604030504040204" pitchFamily="34" charset="0"/>
                <a:cs typeface="Tahoma" panose="020B0604030504040204" pitchFamily="34" charset="0"/>
              </a:defRPr>
            </a:lvl3pPr>
            <a:lvl4pPr>
              <a:buClr>
                <a:srgbClr val="F29400"/>
              </a:buClr>
              <a:defRPr sz="1600">
                <a:solidFill>
                  <a:srgbClr val="94877C"/>
                </a:solidFill>
                <a:latin typeface="Tahoma" panose="020B0604030504040204" pitchFamily="34" charset="0"/>
                <a:ea typeface="Tahoma" panose="020B0604030504040204" pitchFamily="34" charset="0"/>
                <a:cs typeface="Tahoma" panose="020B0604030504040204" pitchFamily="34" charset="0"/>
              </a:defRPr>
            </a:lvl4pPr>
            <a:lvl5pPr>
              <a:buClr>
                <a:srgbClr val="F29400"/>
              </a:buClr>
              <a:defRPr sz="1400">
                <a:solidFill>
                  <a:srgbClr val="94877C"/>
                </a:solidFill>
                <a:latin typeface="Tahoma" panose="020B0604030504040204" pitchFamily="34" charset="0"/>
                <a:ea typeface="Tahoma" panose="020B0604030504040204" pitchFamily="34" charset="0"/>
                <a:cs typeface="Tahoma" panose="020B0604030504040204" pitchFamily="34" charset="0"/>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itel 1"/>
          <p:cNvSpPr>
            <a:spLocks noGrp="1"/>
          </p:cNvSpPr>
          <p:nvPr>
            <p:ph type="title"/>
          </p:nvPr>
        </p:nvSpPr>
        <p:spPr>
          <a:xfrm>
            <a:off x="504308" y="365129"/>
            <a:ext cx="11163819" cy="1260475"/>
          </a:xfrm>
          <a:prstGeom prst="rect">
            <a:avLst/>
          </a:prstGeom>
          <a:effectLst/>
        </p:spPr>
        <p:txBody>
          <a:bodyPr/>
          <a:lstStyle>
            <a:lvl1pPr algn="l">
              <a:defRPr sz="2800" b="0">
                <a:solidFill>
                  <a:srgbClr val="94877C"/>
                </a:solidFill>
                <a:effectLst/>
                <a:latin typeface="Tahoma" panose="020B0604030504040204" pitchFamily="34" charset="0"/>
                <a:ea typeface="Tahoma" panose="020B0604030504040204" pitchFamily="34" charset="0"/>
                <a:cs typeface="Tahoma" panose="020B0604030504040204" pitchFamily="34" charset="0"/>
              </a:defRPr>
            </a:lvl1pPr>
          </a:lstStyle>
          <a:p>
            <a:r>
              <a:rPr lang="de-DE" dirty="0"/>
              <a:t>Titelmasterformat durch Klicken bearbeiten</a:t>
            </a:r>
          </a:p>
        </p:txBody>
      </p:sp>
    </p:spTree>
    <p:extLst>
      <p:ext uri="{BB962C8B-B14F-4D97-AF65-F5344CB8AC3E}">
        <p14:creationId xmlns:p14="http://schemas.microsoft.com/office/powerpoint/2010/main" val="2708262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Normal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0000" y="882404"/>
            <a:ext cx="10369550" cy="590931"/>
          </a:xfrm>
        </p:spPr>
        <p:txBody>
          <a:bodyPr wrap="square" anchor="b">
            <a:spAutoFit/>
          </a:bodyPr>
          <a:lstStyle>
            <a:lvl1pPr>
              <a:defRPr sz="3600" kern="2800" baseline="0">
                <a:solidFill>
                  <a:srgbClr val="0064BE"/>
                </a:solidFill>
                <a:latin typeface="+mj-lt"/>
              </a:defRPr>
            </a:lvl1pPr>
          </a:lstStyle>
          <a:p>
            <a:r>
              <a:rPr lang="en-GB" noProof="0" dirty="0"/>
              <a:t>title</a:t>
            </a:r>
          </a:p>
        </p:txBody>
      </p:sp>
      <p:sp>
        <p:nvSpPr>
          <p:cNvPr id="4" name="Zástupný obsah 3">
            <a:extLst>
              <a:ext uri="{FF2B5EF4-FFF2-40B4-BE49-F238E27FC236}">
                <a16:creationId xmlns:a16="http://schemas.microsoft.com/office/drawing/2014/main" id="{89C16D6A-31D0-402D-8292-5350C1E34057}"/>
              </a:ext>
            </a:extLst>
          </p:cNvPr>
          <p:cNvSpPr>
            <a:spLocks noGrp="1"/>
          </p:cNvSpPr>
          <p:nvPr>
            <p:ph sz="quarter" idx="22" hasCustomPrompt="1"/>
          </p:nvPr>
        </p:nvSpPr>
        <p:spPr>
          <a:xfrm>
            <a:off x="1620000" y="2124000"/>
            <a:ext cx="10377488" cy="4518100"/>
          </a:xfrm>
        </p:spPr>
        <p:txBody>
          <a:bodyPr/>
          <a:lstStyle>
            <a:lvl1pPr marL="0" indent="0">
              <a:lnSpc>
                <a:spcPct val="100000"/>
              </a:lnSpc>
              <a:spcBef>
                <a:spcPts val="0"/>
              </a:spcBef>
              <a:buFont typeface="Wingdings" panose="05000000000000000000" pitchFamily="2" charset="2"/>
              <a:buNone/>
              <a:defRPr/>
            </a:lvl1pPr>
            <a:lvl2pPr marL="457177" indent="0">
              <a:lnSpc>
                <a:spcPct val="100000"/>
              </a:lnSpc>
              <a:buNone/>
              <a:defRPr/>
            </a:lvl2pPr>
            <a:lvl3pPr marL="914353" indent="0">
              <a:lnSpc>
                <a:spcPct val="100000"/>
              </a:lnSpc>
              <a:buNone/>
              <a:defRPr/>
            </a:lvl3pPr>
            <a:lvl4pPr marL="1371531" indent="0">
              <a:lnSpc>
                <a:spcPct val="100000"/>
              </a:lnSpc>
              <a:buNone/>
              <a:defRPr/>
            </a:lvl4pPr>
            <a:lvl5pPr marL="1828709" indent="0">
              <a:lnSpc>
                <a:spcPct val="100000"/>
              </a:lnSpc>
              <a:buNone/>
              <a:defRPr/>
            </a:lvl5pPr>
          </a:lstStyle>
          <a:p>
            <a:pPr lvl="0"/>
            <a:r>
              <a:rPr lang="cs-CZ" dirty="0"/>
              <a:t>Po kliknutí můžete upravovat styly textu v předloze.</a:t>
            </a:r>
          </a:p>
          <a:p>
            <a:pPr lvl="0"/>
            <a:endParaRPr lang="en-GB" dirty="0"/>
          </a:p>
        </p:txBody>
      </p:sp>
      <p:sp>
        <p:nvSpPr>
          <p:cNvPr id="25" name="Zástupný text 49">
            <a:extLst>
              <a:ext uri="{FF2B5EF4-FFF2-40B4-BE49-F238E27FC236}">
                <a16:creationId xmlns:a16="http://schemas.microsoft.com/office/drawing/2014/main" id="{B5C0EE6E-30A8-4274-944C-C924A606752F}"/>
              </a:ext>
            </a:extLst>
          </p:cNvPr>
          <p:cNvSpPr>
            <a:spLocks noGrp="1"/>
          </p:cNvSpPr>
          <p:nvPr>
            <p:ph type="body" sz="quarter" idx="23" hasCustomPrompt="1"/>
          </p:nvPr>
        </p:nvSpPr>
        <p:spPr>
          <a:xfrm>
            <a:off x="1620000" y="1412379"/>
            <a:ext cx="10369550" cy="647700"/>
          </a:xfrm>
        </p:spPr>
        <p:txBody>
          <a:bodyPr>
            <a:noAutofit/>
          </a:bodyPr>
          <a:lstStyle>
            <a:lvl1pPr marL="0" indent="0">
              <a:lnSpc>
                <a:spcPct val="100000"/>
              </a:lnSpc>
              <a:spcBef>
                <a:spcPts val="0"/>
              </a:spcBef>
              <a:buNone/>
              <a:defRPr sz="2700" cap="all" baseline="0">
                <a:latin typeface="+mj-lt"/>
              </a:defRPr>
            </a:lvl1pPr>
          </a:lstStyle>
          <a:p>
            <a:pPr lvl="0"/>
            <a:r>
              <a:rPr lang="en-US" dirty="0"/>
              <a:t>subtitle</a:t>
            </a:r>
          </a:p>
        </p:txBody>
      </p:sp>
    </p:spTree>
    <p:extLst>
      <p:ext uri="{BB962C8B-B14F-4D97-AF65-F5344CB8AC3E}">
        <p14:creationId xmlns:p14="http://schemas.microsoft.com/office/powerpoint/2010/main" val="1961412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Nadpis a obsah">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447803" y="1447801"/>
            <a:ext cx="10525124" cy="5040923"/>
          </a:xfrm>
          <a:prstGeom prst="rect">
            <a:avLst/>
          </a:prstGeom>
        </p:spPr>
        <p:txBody>
          <a:bodyPr>
            <a:normAutofit/>
          </a:bodyPr>
          <a:lstStyle>
            <a:lvl1pPr marL="0" indent="0">
              <a:buFont typeface="Wingdings" panose="05000000000000000000" pitchFamily="2" charset="2"/>
              <a:buNone/>
              <a:defRPr sz="1800" kern="3000" baseline="0">
                <a:latin typeface="Arial" panose="020B0604020202020204" pitchFamily="34" charset="0"/>
                <a:cs typeface="Arial" panose="020B0604020202020204" pitchFamily="34" charset="0"/>
              </a:defRPr>
            </a:lvl1pPr>
          </a:lstStyle>
          <a:p>
            <a:pPr lvl="0"/>
            <a:r>
              <a:rPr lang="en-GB" noProof="0" dirty="0"/>
              <a:t>INSERT IMAGE</a:t>
            </a:r>
          </a:p>
        </p:txBody>
      </p:sp>
    </p:spTree>
    <p:extLst>
      <p:ext uri="{BB962C8B-B14F-4D97-AF65-F5344CB8AC3E}">
        <p14:creationId xmlns:p14="http://schemas.microsoft.com/office/powerpoint/2010/main" val="44266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adpis a obrázek">
    <p:spTree>
      <p:nvGrpSpPr>
        <p:cNvPr id="1" name=""/>
        <p:cNvGrpSpPr/>
        <p:nvPr/>
      </p:nvGrpSpPr>
      <p:grpSpPr>
        <a:xfrm>
          <a:off x="0" y="0"/>
          <a:ext cx="0" cy="0"/>
          <a:chOff x="0" y="0"/>
          <a:chExt cx="0" cy="0"/>
        </a:xfrm>
      </p:grpSpPr>
      <p:sp>
        <p:nvSpPr>
          <p:cNvPr id="2" name="Obdélník 1"/>
          <p:cNvSpPr>
            <a:spLocks noChangeAspect="1"/>
          </p:cNvSpPr>
          <p:nvPr userDrawn="1"/>
        </p:nvSpPr>
        <p:spPr>
          <a:xfrm>
            <a:off x="0" y="6"/>
            <a:ext cx="12192000" cy="1400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1800"/>
          </a:p>
        </p:txBody>
      </p:sp>
      <p:sp>
        <p:nvSpPr>
          <p:cNvPr id="3" name="Content Placeholder 2"/>
          <p:cNvSpPr>
            <a:spLocks noGrp="1"/>
          </p:cNvSpPr>
          <p:nvPr>
            <p:ph idx="1" hasCustomPrompt="1"/>
          </p:nvPr>
        </p:nvSpPr>
        <p:spPr>
          <a:xfrm>
            <a:off x="0" y="0"/>
            <a:ext cx="12192000" cy="6534150"/>
          </a:xfrm>
          <a:prstGeom prst="rect">
            <a:avLst/>
          </a:prstGeom>
          <a:noFill/>
        </p:spPr>
        <p:txBody>
          <a:bodyPr>
            <a:normAutofit/>
          </a:bodyPr>
          <a:lstStyle>
            <a:lvl1pPr marL="0" indent="0">
              <a:buNone/>
              <a:defRPr sz="1800" kern="3000" baseline="0">
                <a:latin typeface="Arial" panose="020B0604020202020204" pitchFamily="34" charset="0"/>
                <a:cs typeface="Arial" panose="020B0604020202020204" pitchFamily="34" charset="0"/>
              </a:defRPr>
            </a:lvl1pPr>
          </a:lstStyle>
          <a:p>
            <a:pPr lvl="0"/>
            <a:r>
              <a:rPr lang="en-GB" noProof="0" dirty="0"/>
              <a:t>INSERT IMAGE</a:t>
            </a:r>
          </a:p>
        </p:txBody>
      </p:sp>
    </p:spTree>
    <p:extLst>
      <p:ext uri="{BB962C8B-B14F-4D97-AF65-F5344CB8AC3E}">
        <p14:creationId xmlns:p14="http://schemas.microsoft.com/office/powerpoint/2010/main" val="12672827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54" r:id="rId5"/>
    <p:sldLayoutId id="2147483655"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sv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12.jpeg"/><Relationship Id="rId4" Type="http://schemas.openxmlformats.org/officeDocument/2006/relationships/image" Target="../media/image14.pn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sv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7.svg"/><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sv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sv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sv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2.sv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6.sv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9.svg"/><Relationship Id="rId4" Type="http://schemas.openxmlformats.org/officeDocument/2006/relationships/image" Target="../media/image38.sv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3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52.sv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image" Target="../media/image49.svg"/></Relationships>
</file>

<file path=ppt/slides/_rels/slide3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54.svg"/><Relationship Id="rId4" Type="http://schemas.openxmlformats.org/officeDocument/2006/relationships/image" Target="../media/image53.svg"/></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8.sv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55.svg"/></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59.svg"/></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61.svg"/></Relationships>
</file>

<file path=ppt/slides/_rels/slide4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63.svg"/><Relationship Id="rId4" Type="http://schemas.openxmlformats.org/officeDocument/2006/relationships/image" Target="../media/image62.svg"/></Relationships>
</file>

<file path=ppt/slides/_rels/slide4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66.svg"/><Relationship Id="rId5" Type="http://schemas.openxmlformats.org/officeDocument/2006/relationships/image" Target="../media/image65.svg"/><Relationship Id="rId4" Type="http://schemas.openxmlformats.org/officeDocument/2006/relationships/image" Target="../media/image64.svg"/></Relationships>
</file>

<file path=ppt/slides/_rels/slide4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67.svg"/></Relationships>
</file>

<file path=ppt/slides/_rels/slide4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68.svg"/></Relationships>
</file>

<file path=ppt/slides/_rels/slide5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69.svg"/></Relationships>
</file>

<file path=ppt/slides/_rels/slide5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70.svg"/></Relationships>
</file>

<file path=ppt/slides/_rels/slide5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71.svg"/></Relationships>
</file>

<file path=ppt/slides/_rels/slide5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7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65BD"/>
        </a:solidFill>
        <a:effectLst/>
      </p:bgPr>
    </p:bg>
    <p:spTree>
      <p:nvGrpSpPr>
        <p:cNvPr id="1" name=""/>
        <p:cNvGrpSpPr/>
        <p:nvPr/>
      </p:nvGrpSpPr>
      <p:grpSpPr>
        <a:xfrm>
          <a:off x="0" y="0"/>
          <a:ext cx="0" cy="0"/>
          <a:chOff x="0" y="0"/>
          <a:chExt cx="0" cy="0"/>
        </a:xfrm>
      </p:grpSpPr>
      <p:pic>
        <p:nvPicPr>
          <p:cNvPr id="2" name="Image 0" descr="/mnt/data/work_slides/template_unzip/ppt/media/image3.png"/>
          <p:cNvPicPr>
            <a:picLocks noChangeAspect="1"/>
          </p:cNvPicPr>
          <p:nvPr/>
        </p:nvPicPr>
        <p:blipFill>
          <a:blip r:embed="rId3"/>
          <a:stretch>
            <a:fillRect/>
          </a:stretch>
        </p:blipFill>
        <p:spPr>
          <a:xfrm>
            <a:off x="530334" y="292608"/>
            <a:ext cx="3209581" cy="1051560"/>
          </a:xfrm>
          <a:prstGeom prst="rect">
            <a:avLst/>
          </a:prstGeom>
        </p:spPr>
      </p:pic>
      <p:pic>
        <p:nvPicPr>
          <p:cNvPr id="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0" y="1874520"/>
            <a:ext cx="4206240" cy="4206240"/>
          </a:xfrm>
          <a:prstGeom prst="rect">
            <a:avLst/>
          </a:prstGeom>
        </p:spPr>
      </p:pic>
      <p:sp>
        <p:nvSpPr>
          <p:cNvPr id="4" name="Text 0"/>
          <p:cNvSpPr/>
          <p:nvPr/>
        </p:nvSpPr>
        <p:spPr>
          <a:xfrm>
            <a:off x="658367" y="1828800"/>
            <a:ext cx="8829581" cy="1325880"/>
          </a:xfrm>
          <a:prstGeom prst="rect">
            <a:avLst/>
          </a:prstGeom>
          <a:noFill/>
          <a:ln/>
        </p:spPr>
        <p:txBody>
          <a:bodyPr wrap="square" lIns="0" tIns="0" rIns="0" bIns="0" rtlCol="0" anchor="ctr"/>
          <a:lstStyle/>
          <a:p>
            <a:pPr marL="0" indent="0">
              <a:buNone/>
            </a:pPr>
            <a:r>
              <a:rPr lang="cs-CZ" sz="3200" b="1">
                <a:solidFill>
                  <a:srgbClr val="FFFFFF"/>
                </a:solidFill>
                <a:latin typeface="Arial" pitchFamily="34" charset="0"/>
                <a:ea typeface="Arial" pitchFamily="34" charset="-122"/>
                <a:cs typeface="Arial" pitchFamily="34" charset="-120"/>
              </a:rPr>
              <a:t>ORC Turbomachinery – </a:t>
            </a:r>
          </a:p>
          <a:p>
            <a:pPr marL="0" indent="0">
              <a:buNone/>
            </a:pPr>
            <a:r>
              <a:rPr lang="cs-CZ" sz="3200" b="1">
                <a:solidFill>
                  <a:srgbClr val="FFFFFF"/>
                </a:solidFill>
                <a:latin typeface="Arial" pitchFamily="34" charset="0"/>
                <a:ea typeface="Arial" pitchFamily="34" charset="-122"/>
                <a:cs typeface="Arial" pitchFamily="34" charset="-120"/>
              </a:rPr>
              <a:t>from the cycle to the blade design</a:t>
            </a:r>
            <a:endParaRPr lang="en-US" sz="3200" dirty="0"/>
          </a:p>
        </p:txBody>
      </p:sp>
      <p:sp>
        <p:nvSpPr>
          <p:cNvPr id="5" name="Shape 1"/>
          <p:cNvSpPr/>
          <p:nvPr/>
        </p:nvSpPr>
        <p:spPr>
          <a:xfrm>
            <a:off x="685800" y="3383280"/>
            <a:ext cx="5029200" cy="0"/>
          </a:xfrm>
          <a:prstGeom prst="line">
            <a:avLst/>
          </a:prstGeom>
          <a:noFill/>
          <a:ln w="38100">
            <a:solidFill>
              <a:srgbClr val="65C9E8"/>
            </a:solidFill>
            <a:prstDash val="solid"/>
          </a:ln>
        </p:spPr>
        <p:txBody>
          <a:bodyPr/>
          <a:lstStyle/>
          <a:p>
            <a:endParaRPr lang="en-US"/>
          </a:p>
        </p:txBody>
      </p:sp>
      <p:sp>
        <p:nvSpPr>
          <p:cNvPr id="6" name="Text 2"/>
          <p:cNvSpPr/>
          <p:nvPr/>
        </p:nvSpPr>
        <p:spPr>
          <a:xfrm>
            <a:off x="713231" y="3904488"/>
            <a:ext cx="6224463" cy="347472"/>
          </a:xfrm>
          <a:prstGeom prst="rect">
            <a:avLst/>
          </a:prstGeom>
          <a:noFill/>
          <a:ln/>
        </p:spPr>
        <p:txBody>
          <a:bodyPr wrap="square" lIns="0" tIns="0" rIns="0" bIns="0" rtlCol="0" anchor="ctr"/>
          <a:lstStyle/>
          <a:p>
            <a:pPr marL="0" indent="0">
              <a:buNone/>
            </a:pPr>
            <a:r>
              <a:rPr lang="cs-CZ" sz="2000">
                <a:solidFill>
                  <a:srgbClr val="DAF2FA"/>
                </a:solidFill>
                <a:latin typeface="Arial" pitchFamily="34" charset="0"/>
                <a:ea typeface="Arial" pitchFamily="34" charset="-122"/>
                <a:cs typeface="Arial" pitchFamily="34" charset="-120"/>
              </a:rPr>
              <a:t>Fundamentals lecture + hands-on Python tutorial</a:t>
            </a:r>
          </a:p>
          <a:p>
            <a:pPr marL="0" indent="0">
              <a:buNone/>
            </a:pPr>
            <a:r>
              <a:rPr lang="cs-CZ" sz="2000">
                <a:solidFill>
                  <a:srgbClr val="DAF2FA"/>
                </a:solidFill>
                <a:latin typeface="Arial" pitchFamily="34" charset="0"/>
                <a:cs typeface="Arial" pitchFamily="34" charset="-120"/>
              </a:rPr>
              <a:t>+</a:t>
            </a:r>
          </a:p>
          <a:p>
            <a:pPr marL="0" indent="0">
              <a:buNone/>
            </a:pPr>
            <a:r>
              <a:rPr lang="cs-CZ" sz="2000">
                <a:solidFill>
                  <a:srgbClr val="DAF2FA"/>
                </a:solidFill>
                <a:latin typeface="Arial" pitchFamily="34" charset="0"/>
                <a:cs typeface="Arial" pitchFamily="34" charset="-120"/>
              </a:rPr>
              <a:t>Specific aspects of small-scale ORC turbines</a:t>
            </a:r>
            <a:endParaRPr lang="en-US" sz="2000" dirty="0"/>
          </a:p>
        </p:txBody>
      </p:sp>
      <p:sp>
        <p:nvSpPr>
          <p:cNvPr id="7" name="Text 3"/>
          <p:cNvSpPr/>
          <p:nvPr/>
        </p:nvSpPr>
        <p:spPr>
          <a:xfrm>
            <a:off x="713231" y="5074920"/>
            <a:ext cx="7256309" cy="27432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First KCORC Summer School on innovative ORC and heat pump technologies</a:t>
            </a:r>
            <a:endParaRPr lang="en-US" sz="1450" dirty="0"/>
          </a:p>
        </p:txBody>
      </p:sp>
      <p:sp>
        <p:nvSpPr>
          <p:cNvPr id="8" name="Text 4"/>
          <p:cNvSpPr/>
          <p:nvPr/>
        </p:nvSpPr>
        <p:spPr>
          <a:xfrm>
            <a:off x="713232" y="5468112"/>
            <a:ext cx="7498080" cy="256032"/>
          </a:xfrm>
          <a:prstGeom prst="rect">
            <a:avLst/>
          </a:prstGeom>
          <a:noFill/>
          <a:ln/>
        </p:spPr>
        <p:txBody>
          <a:bodyPr wrap="square" lIns="0" tIns="0" rIns="0" bIns="0" rtlCol="0" anchor="ctr"/>
          <a:lstStyle/>
          <a:p>
            <a:pPr marL="0" indent="0">
              <a:buNone/>
            </a:pPr>
            <a:r>
              <a:rPr lang="en-US" b="1">
                <a:solidFill>
                  <a:srgbClr val="D9EEF7"/>
                </a:solidFill>
                <a:latin typeface="Arial" pitchFamily="34" charset="0"/>
                <a:ea typeface="Arial" pitchFamily="34" charset="-122"/>
                <a:cs typeface="Arial" pitchFamily="34" charset="-120"/>
              </a:rPr>
              <a:t>Jan Špale</a:t>
            </a:r>
            <a:r>
              <a:rPr lang="cs-CZ" b="1">
                <a:solidFill>
                  <a:srgbClr val="D9EEF7"/>
                </a:solidFill>
                <a:latin typeface="Arial" pitchFamily="34" charset="0"/>
                <a:ea typeface="Arial" pitchFamily="34" charset="-122"/>
                <a:cs typeface="Arial" pitchFamily="34" charset="-120"/>
              </a:rPr>
              <a:t>, PhD.</a:t>
            </a:r>
            <a:r>
              <a:rPr lang="en-US" b="1">
                <a:solidFill>
                  <a:srgbClr val="D9EEF7"/>
                </a:solidFill>
                <a:latin typeface="Arial" pitchFamily="34" charset="0"/>
                <a:ea typeface="Arial" pitchFamily="34" charset="-122"/>
                <a:cs typeface="Arial" pitchFamily="34" charset="-120"/>
              </a:rPr>
              <a:t>  </a:t>
            </a:r>
            <a:r>
              <a:rPr lang="en-US" dirty="0">
                <a:solidFill>
                  <a:srgbClr val="D9EEF7"/>
                </a:solidFill>
                <a:latin typeface="Arial" pitchFamily="34" charset="0"/>
                <a:ea typeface="Arial" pitchFamily="34" charset="-122"/>
                <a:cs typeface="Arial" pitchFamily="34" charset="-120"/>
              </a:rPr>
              <a:t>|  CTU in </a:t>
            </a:r>
            <a:r>
              <a:rPr lang="en-US">
                <a:solidFill>
                  <a:srgbClr val="D9EEF7"/>
                </a:solidFill>
                <a:latin typeface="Arial" pitchFamily="34" charset="0"/>
                <a:ea typeface="Arial" pitchFamily="34" charset="-122"/>
                <a:cs typeface="Arial" pitchFamily="34" charset="-120"/>
              </a:rPr>
              <a:t>Prague |  </a:t>
            </a:r>
            <a:r>
              <a:rPr lang="en-US" dirty="0">
                <a:solidFill>
                  <a:srgbClr val="D9EEF7"/>
                </a:solidFill>
                <a:latin typeface="Arial" pitchFamily="34" charset="0"/>
                <a:ea typeface="Arial" pitchFamily="34" charset="-122"/>
                <a:cs typeface="Arial" pitchFamily="34" charset="-120"/>
              </a:rPr>
              <a:t>TUM Garching  |  8 September 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TEACHING ROUTE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521506" y="1645264"/>
            <a:ext cx="9148988" cy="3693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Understand the </a:t>
            </a:r>
            <a:r>
              <a:rPr kumimoji="0" lang="en-US" sz="24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machine first</a:t>
            </a:r>
            <a:r>
              <a:rPr kumimoji="0" lang="cs-CZ" sz="24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then we</a:t>
            </a:r>
            <a:r>
              <a:rPr kumimoji="0" lang="en-US" sz="24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open Python</a:t>
            </a:r>
            <a:r>
              <a:rPr kumimoji="0" lang="cs-CZ" sz="24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r>
              <a:rPr kumimoji="0" lang="en-US" sz="24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4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after coffee</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49808" y="2483730"/>
            <a:ext cx="3337560" cy="2395728"/>
          </a:xfrm>
          <a:prstGeom prst="rect">
            <a:avLst/>
          </a:prstGeom>
          <a:solidFill>
            <a:srgbClr val="F2F5F7"/>
          </a:solidFill>
          <a:ln w="12700">
            <a:solidFill>
              <a:srgbClr val="F2F5F7"/>
            </a:solidFill>
            <a:prstDash val="solid"/>
          </a:ln>
        </p:spPr>
        <p:txBody>
          <a:bodyPr/>
          <a:lstStyle/>
          <a:p>
            <a:endParaRPr lang="en-US"/>
          </a:p>
        </p:txBody>
      </p:sp>
      <p:sp>
        <p:nvSpPr>
          <p:cNvPr id="10" name="Shape 7"/>
          <p:cNvSpPr/>
          <p:nvPr/>
        </p:nvSpPr>
        <p:spPr>
          <a:xfrm>
            <a:off x="749808" y="2483730"/>
            <a:ext cx="50292" cy="2395728"/>
          </a:xfrm>
          <a:prstGeom prst="rect">
            <a:avLst/>
          </a:prstGeom>
          <a:solidFill>
            <a:srgbClr val="0066B3"/>
          </a:solidFill>
          <a:ln w="12700">
            <a:solidFill>
              <a:srgbClr val="0066B3"/>
            </a:solidFill>
            <a:prstDash val="solid"/>
          </a:ln>
        </p:spPr>
        <p:txBody>
          <a:bodyPr/>
          <a:lstStyle/>
          <a:p>
            <a:endParaRPr lang="en-US"/>
          </a:p>
        </p:txBody>
      </p:sp>
      <p:sp>
        <p:nvSpPr>
          <p:cNvPr id="11" name="Text 8"/>
          <p:cNvSpPr/>
          <p:nvPr/>
        </p:nvSpPr>
        <p:spPr>
          <a:xfrm>
            <a:off x="932688" y="2648322"/>
            <a:ext cx="297180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01  Foundations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932688" y="3386081"/>
            <a:ext cx="2971800" cy="123110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turbine-c</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ycle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coupling</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Blade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rows and velocity triangles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Real-fluid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nozzle physics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4434840" y="2483730"/>
            <a:ext cx="2788920" cy="2395728"/>
          </a:xfrm>
          <a:prstGeom prst="rect">
            <a:avLst/>
          </a:prstGeom>
          <a:solidFill>
            <a:srgbClr val="F2F5F7"/>
          </a:solidFill>
          <a:ln w="12700">
            <a:solidFill>
              <a:srgbClr val="F2F5F7"/>
            </a:solidFill>
            <a:prstDash val="solid"/>
          </a:ln>
        </p:spPr>
        <p:txBody>
          <a:bodyPr/>
          <a:lstStyle/>
          <a:p>
            <a:endParaRPr lang="en-US"/>
          </a:p>
        </p:txBody>
      </p:sp>
      <p:sp>
        <p:nvSpPr>
          <p:cNvPr id="14" name="Shape 11"/>
          <p:cNvSpPr/>
          <p:nvPr/>
        </p:nvSpPr>
        <p:spPr>
          <a:xfrm>
            <a:off x="4434840" y="2483730"/>
            <a:ext cx="50292" cy="2395728"/>
          </a:xfrm>
          <a:prstGeom prst="rect">
            <a:avLst/>
          </a:prstGeom>
          <a:solidFill>
            <a:srgbClr val="168A91"/>
          </a:solidFill>
          <a:ln w="12700">
            <a:solidFill>
              <a:srgbClr val="168A91"/>
            </a:solidFill>
            <a:prstDash val="solid"/>
          </a:ln>
        </p:spPr>
        <p:txBody>
          <a:bodyPr/>
          <a:lstStyle/>
          <a:p>
            <a:endParaRPr lang="en-US"/>
          </a:p>
        </p:txBody>
      </p:sp>
      <p:sp>
        <p:nvSpPr>
          <p:cNvPr id="15" name="Text 12"/>
          <p:cNvSpPr/>
          <p:nvPr/>
        </p:nvSpPr>
        <p:spPr>
          <a:xfrm>
            <a:off x="4617720" y="2648322"/>
            <a:ext cx="242316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02  Short break</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4617720" y="3260970"/>
            <a:ext cx="2423160" cy="148132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Close the lecture.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Open JupyterLab.</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Work in pairs.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7571232" y="2483730"/>
            <a:ext cx="3858768" cy="2395728"/>
          </a:xfrm>
          <a:prstGeom prst="rect">
            <a:avLst/>
          </a:prstGeom>
          <a:solidFill>
            <a:srgbClr val="F2F5F7"/>
          </a:solidFill>
          <a:ln w="12700">
            <a:solidFill>
              <a:srgbClr val="F2F5F7"/>
            </a:solidFill>
            <a:prstDash val="solid"/>
          </a:ln>
        </p:spPr>
        <p:txBody>
          <a:bodyPr/>
          <a:lstStyle/>
          <a:p>
            <a:endParaRPr lang="en-US"/>
          </a:p>
        </p:txBody>
      </p:sp>
      <p:sp>
        <p:nvSpPr>
          <p:cNvPr id="18" name="Shape 15"/>
          <p:cNvSpPr/>
          <p:nvPr/>
        </p:nvSpPr>
        <p:spPr>
          <a:xfrm>
            <a:off x="7571232" y="2483730"/>
            <a:ext cx="50292" cy="2395728"/>
          </a:xfrm>
          <a:prstGeom prst="rect">
            <a:avLst/>
          </a:prstGeom>
          <a:solidFill>
            <a:srgbClr val="0066B3"/>
          </a:solidFill>
          <a:ln w="12700">
            <a:solidFill>
              <a:srgbClr val="0066B3"/>
            </a:solidFill>
            <a:prstDash val="solid"/>
          </a:ln>
        </p:spPr>
        <p:txBody>
          <a:bodyPr/>
          <a:lstStyle/>
          <a:p>
            <a:endParaRPr lang="en-US"/>
          </a:p>
        </p:txBody>
      </p:sp>
      <p:sp>
        <p:nvSpPr>
          <p:cNvPr id="19" name="Text 16"/>
          <p:cNvSpPr/>
          <p:nvPr/>
        </p:nvSpPr>
        <p:spPr>
          <a:xfrm>
            <a:off x="7754112" y="2684785"/>
            <a:ext cx="3721608" cy="33855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03  Engineering experiment</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p:nvPr/>
        </p:nvSpPr>
        <p:spPr>
          <a:xfrm>
            <a:off x="7754112" y="3260970"/>
            <a:ext cx="3493008" cy="148132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Predict a change.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Run a calculation.</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Explain the result.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CYCLE AND MACHINE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268783"/>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turbine is part of a closed thermodynamic loop</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F03</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4"/>
          <p:cNvSpPr/>
          <p:nvPr/>
        </p:nvSpPr>
        <p:spPr>
          <a:xfrm>
            <a:off x="1307592" y="6455664"/>
            <a:ext cx="8229600" cy="29260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Spale, PhD thesis (2024); original teaching diagrams</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914400" y="2331720"/>
            <a:ext cx="2423160" cy="731520"/>
          </a:xfrm>
          <a:prstGeom prst="rect">
            <a:avLst/>
          </a:prstGeom>
          <a:solidFill>
            <a:srgbClr val="EAF3F9"/>
          </a:solidFill>
          <a:ln w="12700">
            <a:solidFill>
              <a:srgbClr val="0066B3"/>
            </a:solidFill>
            <a:prstDash val="solid"/>
          </a:ln>
        </p:spPr>
        <p:txBody>
          <a:bodyPr/>
          <a:lstStyle/>
          <a:p>
            <a:endParaRPr lang="en-US"/>
          </a:p>
        </p:txBody>
      </p:sp>
      <p:sp>
        <p:nvSpPr>
          <p:cNvPr id="10" name="Text 7"/>
          <p:cNvSpPr/>
          <p:nvPr/>
        </p:nvSpPr>
        <p:spPr>
          <a:xfrm>
            <a:off x="1033272" y="2587752"/>
            <a:ext cx="2194560" cy="22860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HEATER / EVAPORATOR</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Shape 8"/>
          <p:cNvSpPr/>
          <p:nvPr/>
        </p:nvSpPr>
        <p:spPr>
          <a:xfrm rot="5400000">
            <a:off x="5532120" y="2258568"/>
            <a:ext cx="1143000" cy="914400"/>
          </a:xfrm>
          <a:prstGeom prst="trapezoid">
            <a:avLst/>
          </a:prstGeom>
          <a:solidFill>
            <a:srgbClr val="EAF3F9"/>
          </a:solidFill>
          <a:ln w="25400">
            <a:solidFill>
              <a:srgbClr val="0066B3"/>
            </a:solidFill>
            <a:prstDash val="solid"/>
          </a:ln>
        </p:spPr>
        <p:txBody>
          <a:bodyPr/>
          <a:lstStyle/>
          <a:p>
            <a:endParaRPr lang="en-US"/>
          </a:p>
        </p:txBody>
      </p:sp>
      <p:sp>
        <p:nvSpPr>
          <p:cNvPr id="12" name="Text 9"/>
          <p:cNvSpPr/>
          <p:nvPr/>
        </p:nvSpPr>
        <p:spPr>
          <a:xfrm>
            <a:off x="5225796" y="1865376"/>
            <a:ext cx="1554480" cy="27432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TURBINE</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4361688" y="4581144"/>
            <a:ext cx="2697480" cy="694944"/>
          </a:xfrm>
          <a:prstGeom prst="rect">
            <a:avLst/>
          </a:prstGeom>
          <a:solidFill>
            <a:srgbClr val="EAF3F9"/>
          </a:solidFill>
          <a:ln w="12700">
            <a:solidFill>
              <a:srgbClr val="0066B3"/>
            </a:solidFill>
            <a:prstDash val="solid"/>
          </a:ln>
        </p:spPr>
        <p:txBody>
          <a:bodyPr/>
          <a:lstStyle/>
          <a:p>
            <a:endParaRPr lang="en-US"/>
          </a:p>
        </p:txBody>
      </p:sp>
      <p:sp>
        <p:nvSpPr>
          <p:cNvPr id="14" name="Text 11"/>
          <p:cNvSpPr/>
          <p:nvPr/>
        </p:nvSpPr>
        <p:spPr>
          <a:xfrm>
            <a:off x="4681728" y="4800600"/>
            <a:ext cx="2039112" cy="22860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CONDENSER</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2"/>
          <p:cNvSpPr/>
          <p:nvPr/>
        </p:nvSpPr>
        <p:spPr>
          <a:xfrm>
            <a:off x="1051560" y="4498848"/>
            <a:ext cx="777240" cy="777240"/>
          </a:xfrm>
          <a:prstGeom prst="ellipse">
            <a:avLst/>
          </a:prstGeom>
          <a:solidFill>
            <a:srgbClr val="EAF3F9"/>
          </a:solidFill>
          <a:ln w="25400">
            <a:solidFill>
              <a:srgbClr val="0066B3"/>
            </a:solidFill>
            <a:prstDash val="solid"/>
          </a:ln>
        </p:spPr>
        <p:txBody>
          <a:bodyPr/>
          <a:lstStyle/>
          <a:p>
            <a:endParaRPr lang="en-US"/>
          </a:p>
        </p:txBody>
      </p:sp>
      <p:sp>
        <p:nvSpPr>
          <p:cNvPr id="16" name="Text 13"/>
          <p:cNvSpPr/>
          <p:nvPr/>
        </p:nvSpPr>
        <p:spPr>
          <a:xfrm>
            <a:off x="1051560" y="4745736"/>
            <a:ext cx="777240" cy="22860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3337560" y="2697480"/>
            <a:ext cx="2148840" cy="914"/>
          </a:xfrm>
          <a:prstGeom prst="line">
            <a:avLst/>
          </a:prstGeom>
          <a:noFill/>
          <a:ln w="25400">
            <a:solidFill>
              <a:srgbClr val="0066B3"/>
            </a:solidFill>
            <a:prstDash val="solid"/>
            <a:headEnd type="none"/>
            <a:tailEnd type="triangle"/>
          </a:ln>
        </p:spPr>
        <p:txBody>
          <a:bodyPr/>
          <a:lstStyle/>
          <a:p>
            <a:endParaRPr lang="en-US"/>
          </a:p>
        </p:txBody>
      </p:sp>
      <p:sp>
        <p:nvSpPr>
          <p:cNvPr id="18" name="Shape 15"/>
          <p:cNvSpPr/>
          <p:nvPr/>
        </p:nvSpPr>
        <p:spPr>
          <a:xfrm>
            <a:off x="6108192" y="3136392"/>
            <a:ext cx="914" cy="1435608"/>
          </a:xfrm>
          <a:prstGeom prst="line">
            <a:avLst/>
          </a:prstGeom>
          <a:noFill/>
          <a:ln w="25400">
            <a:solidFill>
              <a:srgbClr val="0066B3"/>
            </a:solidFill>
            <a:prstDash val="solid"/>
            <a:headEnd type="none"/>
            <a:tailEnd type="triangle"/>
          </a:ln>
        </p:spPr>
        <p:txBody>
          <a:bodyPr/>
          <a:lstStyle/>
          <a:p>
            <a:endParaRPr lang="en-US"/>
          </a:p>
        </p:txBody>
      </p:sp>
      <p:sp>
        <p:nvSpPr>
          <p:cNvPr id="19" name="Shape 16"/>
          <p:cNvSpPr/>
          <p:nvPr/>
        </p:nvSpPr>
        <p:spPr>
          <a:xfrm flipH="1">
            <a:off x="1837944" y="4910328"/>
            <a:ext cx="2514600" cy="914"/>
          </a:xfrm>
          <a:prstGeom prst="line">
            <a:avLst/>
          </a:prstGeom>
          <a:noFill/>
          <a:ln w="25400">
            <a:solidFill>
              <a:srgbClr val="0066B3"/>
            </a:solidFill>
            <a:prstDash val="solid"/>
            <a:headEnd type="none"/>
            <a:tailEnd type="triangle"/>
          </a:ln>
        </p:spPr>
        <p:txBody>
          <a:bodyPr/>
          <a:lstStyle/>
          <a:p>
            <a:endParaRPr lang="en-US"/>
          </a:p>
        </p:txBody>
      </p:sp>
      <p:sp>
        <p:nvSpPr>
          <p:cNvPr id="20" name="Shape 17"/>
          <p:cNvSpPr/>
          <p:nvPr/>
        </p:nvSpPr>
        <p:spPr>
          <a:xfrm flipV="1">
            <a:off x="1426464" y="3063240"/>
            <a:ext cx="914" cy="1435608"/>
          </a:xfrm>
          <a:prstGeom prst="line">
            <a:avLst/>
          </a:prstGeom>
          <a:noFill/>
          <a:ln w="25400">
            <a:solidFill>
              <a:srgbClr val="0066B3"/>
            </a:solidFill>
            <a:prstDash val="solid"/>
            <a:headEnd type="none"/>
            <a:tailEnd type="triangle"/>
          </a:ln>
        </p:spPr>
        <p:txBody>
          <a:bodyPr/>
          <a:lstStyle/>
          <a:p>
            <a:endParaRPr lang="en-US"/>
          </a:p>
        </p:txBody>
      </p:sp>
      <p:sp>
        <p:nvSpPr>
          <p:cNvPr id="21" name="Shape 18"/>
          <p:cNvSpPr/>
          <p:nvPr/>
        </p:nvSpPr>
        <p:spPr>
          <a:xfrm>
            <a:off x="2057400" y="1920240"/>
            <a:ext cx="914" cy="402336"/>
          </a:xfrm>
          <a:prstGeom prst="line">
            <a:avLst/>
          </a:prstGeom>
          <a:noFill/>
          <a:ln w="25400">
            <a:solidFill>
              <a:srgbClr val="C97421"/>
            </a:solidFill>
            <a:prstDash val="solid"/>
            <a:headEnd type="none"/>
            <a:tailEnd type="triangle"/>
          </a:ln>
        </p:spPr>
        <p:txBody>
          <a:bodyPr/>
          <a:lstStyle/>
          <a:p>
            <a:endParaRPr lang="en-US"/>
          </a:p>
        </p:txBody>
      </p:sp>
      <p:sp>
        <p:nvSpPr>
          <p:cNvPr id="22" name="Text 19"/>
          <p:cNvSpPr/>
          <p:nvPr/>
        </p:nvSpPr>
        <p:spPr>
          <a:xfrm>
            <a:off x="2340864" y="1975104"/>
            <a:ext cx="13716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Heat in</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Shape 20"/>
          <p:cNvSpPr/>
          <p:nvPr/>
        </p:nvSpPr>
        <p:spPr>
          <a:xfrm>
            <a:off x="6684264" y="2715768"/>
            <a:ext cx="941832" cy="914"/>
          </a:xfrm>
          <a:prstGeom prst="line">
            <a:avLst/>
          </a:prstGeom>
          <a:noFill/>
          <a:ln w="25400">
            <a:solidFill>
              <a:srgbClr val="168A91"/>
            </a:solidFill>
            <a:prstDash val="solid"/>
            <a:headEnd type="none"/>
            <a:tailEnd type="triangle"/>
          </a:ln>
        </p:spPr>
        <p:txBody>
          <a:bodyPr/>
          <a:lstStyle/>
          <a:p>
            <a:endParaRPr lang="en-US"/>
          </a:p>
        </p:txBody>
      </p:sp>
      <p:sp>
        <p:nvSpPr>
          <p:cNvPr id="24" name="Shape 21"/>
          <p:cNvSpPr/>
          <p:nvPr/>
        </p:nvSpPr>
        <p:spPr>
          <a:xfrm>
            <a:off x="7644384" y="2386584"/>
            <a:ext cx="1280160" cy="667512"/>
          </a:xfrm>
          <a:prstGeom prst="rect">
            <a:avLst/>
          </a:prstGeom>
          <a:solidFill>
            <a:srgbClr val="F2F5F7"/>
          </a:solidFill>
          <a:ln w="12700">
            <a:solidFill>
              <a:srgbClr val="F2F5F7"/>
            </a:solidFill>
            <a:prstDash val="solid"/>
          </a:ln>
        </p:spPr>
        <p:txBody>
          <a:bodyPr/>
          <a:lstStyle/>
          <a:p>
            <a:endParaRPr lang="en-US"/>
          </a:p>
        </p:txBody>
      </p:sp>
      <p:sp>
        <p:nvSpPr>
          <p:cNvPr id="25" name="Text 22"/>
          <p:cNvSpPr/>
          <p:nvPr/>
        </p:nvSpPr>
        <p:spPr>
          <a:xfrm>
            <a:off x="7726680" y="2606040"/>
            <a:ext cx="1143000" cy="25603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Generator</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Shape 23"/>
          <p:cNvSpPr/>
          <p:nvPr/>
        </p:nvSpPr>
        <p:spPr>
          <a:xfrm>
            <a:off x="5760720" y="5303520"/>
            <a:ext cx="914" cy="329184"/>
          </a:xfrm>
          <a:prstGeom prst="line">
            <a:avLst/>
          </a:prstGeom>
          <a:noFill/>
          <a:ln w="25400">
            <a:solidFill>
              <a:srgbClr val="C97421"/>
            </a:solidFill>
            <a:prstDash val="solid"/>
            <a:headEnd type="none"/>
            <a:tailEnd type="triangle"/>
          </a:ln>
        </p:spPr>
        <p:txBody>
          <a:bodyPr/>
          <a:lstStyle/>
          <a:p>
            <a:endParaRPr lang="en-US"/>
          </a:p>
        </p:txBody>
      </p:sp>
      <p:sp>
        <p:nvSpPr>
          <p:cNvPr id="27" name="Text 24"/>
          <p:cNvSpPr/>
          <p:nvPr/>
        </p:nvSpPr>
        <p:spPr>
          <a:xfrm>
            <a:off x="5998464" y="5404104"/>
            <a:ext cx="150876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Heat rejected</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5"/>
          <p:cNvSpPr/>
          <p:nvPr/>
        </p:nvSpPr>
        <p:spPr>
          <a:xfrm>
            <a:off x="2340864" y="5056632"/>
            <a:ext cx="128016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Liquid</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6"/>
          <p:cNvSpPr/>
          <p:nvPr/>
        </p:nvSpPr>
        <p:spPr>
          <a:xfrm>
            <a:off x="3438144" y="2276856"/>
            <a:ext cx="22402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High-pressure vapour</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Text 27"/>
          <p:cNvSpPr/>
          <p:nvPr/>
        </p:nvSpPr>
        <p:spPr>
          <a:xfrm>
            <a:off x="6336792" y="3858768"/>
            <a:ext cx="22402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Low-pressure vapour</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Text 28"/>
          <p:cNvSpPr/>
          <p:nvPr/>
        </p:nvSpPr>
        <p:spPr>
          <a:xfrm>
            <a:off x="8311896" y="3844939"/>
            <a:ext cx="3574390" cy="33855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Not just an </a:t>
            </a:r>
            <a:r>
              <a:rPr kumimoji="0" lang="en-US" sz="2200" b="1" i="0" u="sng"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efficiency box</a:t>
            </a:r>
            <a:endParaRPr kumimoji="0" lang="en-US" sz="2200" b="0" i="0" u="sng" strike="noStrike" kern="1200" cap="none" spc="0" normalizeH="0" baseline="0" noProof="0" dirty="0">
              <a:ln>
                <a:noFill/>
              </a:ln>
              <a:solidFill>
                <a:prstClr val="black"/>
              </a:solidFill>
              <a:effectLst/>
              <a:uLnTx/>
              <a:uFillTx/>
              <a:latin typeface="Arial"/>
              <a:ea typeface="+mn-ea"/>
              <a:cs typeface="+mn-cs"/>
            </a:endParaRPr>
          </a:p>
        </p:txBody>
      </p:sp>
      <p:sp>
        <p:nvSpPr>
          <p:cNvPr id="32" name="Text 29"/>
          <p:cNvSpPr/>
          <p:nvPr/>
        </p:nvSpPr>
        <p:spPr>
          <a:xfrm>
            <a:off x="8311896" y="4462272"/>
            <a:ext cx="2834640" cy="91440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Its flow capacity, exit state and speed constraints feed back into the cycle.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CYCLE AND MACHINE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16736" y="1381658"/>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Cycle and turbine must be designed in both directions</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F04</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58952" y="2194560"/>
            <a:ext cx="4663440" cy="2514600"/>
          </a:xfrm>
          <a:prstGeom prst="rect">
            <a:avLst/>
          </a:prstGeom>
          <a:solidFill>
            <a:srgbClr val="F2F5F7"/>
          </a:solidFill>
          <a:ln w="12700">
            <a:solidFill>
              <a:srgbClr val="F2F5F7"/>
            </a:solidFill>
            <a:prstDash val="solid"/>
          </a:ln>
        </p:spPr>
        <p:txBody>
          <a:bodyPr/>
          <a:lstStyle/>
          <a:p>
            <a:endParaRPr lang="en-US"/>
          </a:p>
        </p:txBody>
      </p:sp>
      <p:sp>
        <p:nvSpPr>
          <p:cNvPr id="10" name="Shape 7"/>
          <p:cNvSpPr/>
          <p:nvPr/>
        </p:nvSpPr>
        <p:spPr>
          <a:xfrm>
            <a:off x="758952" y="2194560"/>
            <a:ext cx="50292" cy="2514600"/>
          </a:xfrm>
          <a:prstGeom prst="rect">
            <a:avLst/>
          </a:prstGeom>
          <a:solidFill>
            <a:srgbClr val="0066B3"/>
          </a:solidFill>
          <a:ln w="12700">
            <a:solidFill>
              <a:srgbClr val="0066B3"/>
            </a:solidFill>
            <a:prstDash val="solid"/>
          </a:ln>
        </p:spPr>
        <p:txBody>
          <a:bodyPr/>
          <a:lstStyle/>
          <a:p>
            <a:endParaRPr lang="en-US"/>
          </a:p>
        </p:txBody>
      </p:sp>
      <p:sp>
        <p:nvSpPr>
          <p:cNvPr id="11" name="Text 8"/>
          <p:cNvSpPr/>
          <p:nvPr/>
        </p:nvSpPr>
        <p:spPr>
          <a:xfrm>
            <a:off x="941832" y="2359152"/>
            <a:ext cx="429768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CYCLE → TURBINE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941832" y="3094791"/>
            <a:ext cx="4297680" cy="1354217"/>
          </a:xfrm>
          <a:prstGeom prst="rect">
            <a:avLst/>
          </a:prstGeom>
          <a:noFill/>
          <a:ln/>
        </p:spPr>
        <p:txBody>
          <a:bodyPr wrap="square" lIns="0" tIns="0" rIns="0" bIns="0" rtlCol="0" anchor="ct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Fluid and inlet total state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Outlet static pressure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Design mass flow</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Heat</a:t>
            </a:r>
            <a:r>
              <a:rPr kumimoji="0" lang="cs-CZ" sz="22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2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source </a:t>
            </a: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variability</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6537960" y="2194560"/>
            <a:ext cx="4892040" cy="2514600"/>
          </a:xfrm>
          <a:prstGeom prst="rect">
            <a:avLst/>
          </a:prstGeom>
          <a:solidFill>
            <a:srgbClr val="F2F5F7"/>
          </a:solidFill>
          <a:ln w="12700">
            <a:solidFill>
              <a:srgbClr val="F2F5F7"/>
            </a:solidFill>
            <a:prstDash val="solid"/>
          </a:ln>
        </p:spPr>
        <p:txBody>
          <a:bodyPr/>
          <a:lstStyle/>
          <a:p>
            <a:endParaRPr lang="en-US"/>
          </a:p>
        </p:txBody>
      </p:sp>
      <p:sp>
        <p:nvSpPr>
          <p:cNvPr id="14" name="Shape 11"/>
          <p:cNvSpPr/>
          <p:nvPr/>
        </p:nvSpPr>
        <p:spPr>
          <a:xfrm>
            <a:off x="6537960" y="2194560"/>
            <a:ext cx="50292" cy="2514600"/>
          </a:xfrm>
          <a:prstGeom prst="rect">
            <a:avLst/>
          </a:prstGeom>
          <a:solidFill>
            <a:srgbClr val="168A91"/>
          </a:solidFill>
          <a:ln w="12700">
            <a:solidFill>
              <a:srgbClr val="168A91"/>
            </a:solidFill>
            <a:prstDash val="solid"/>
          </a:ln>
        </p:spPr>
        <p:txBody>
          <a:bodyPr/>
          <a:lstStyle/>
          <a:p>
            <a:endParaRPr lang="en-US"/>
          </a:p>
        </p:txBody>
      </p:sp>
      <p:sp>
        <p:nvSpPr>
          <p:cNvPr id="15" name="Text 12"/>
          <p:cNvSpPr/>
          <p:nvPr/>
        </p:nvSpPr>
        <p:spPr>
          <a:xfrm>
            <a:off x="6720840" y="2359152"/>
            <a:ext cx="452628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TURBINE → CYCLE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6720840" y="3094791"/>
            <a:ext cx="4526280" cy="1354217"/>
          </a:xfrm>
          <a:prstGeom prst="rect">
            <a:avLst/>
          </a:prstGeom>
          <a:noFill/>
          <a:ln/>
        </p:spPr>
        <p:txBody>
          <a:bodyPr wrap="square" lIns="0" tIns="0" rIns="0" bIns="0" rtlCol="0" anchor="ctr">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Swallowing capacity</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Efficiency and outlet enthalpy</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Speed / torque operating range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Leakage</a:t>
            </a:r>
            <a:r>
              <a:rPr kumimoji="0" lang="en-US" sz="22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losses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5532120" y="3035808"/>
            <a:ext cx="877824" cy="0"/>
          </a:xfrm>
          <a:prstGeom prst="line">
            <a:avLst/>
          </a:prstGeom>
          <a:noFill/>
          <a:ln w="29210">
            <a:solidFill>
              <a:srgbClr val="0066B3"/>
            </a:solidFill>
            <a:prstDash val="solid"/>
            <a:headEnd type="none"/>
            <a:tailEnd type="triangle"/>
          </a:ln>
        </p:spPr>
        <p:txBody>
          <a:bodyPr/>
          <a:lstStyle/>
          <a:p>
            <a:endParaRPr lang="en-US"/>
          </a:p>
        </p:txBody>
      </p:sp>
      <p:sp>
        <p:nvSpPr>
          <p:cNvPr id="18" name="Shape 15"/>
          <p:cNvSpPr/>
          <p:nvPr/>
        </p:nvSpPr>
        <p:spPr>
          <a:xfrm flipH="1">
            <a:off x="5532120" y="3850538"/>
            <a:ext cx="822960" cy="0"/>
          </a:xfrm>
          <a:prstGeom prst="line">
            <a:avLst/>
          </a:prstGeom>
          <a:noFill/>
          <a:ln w="29210">
            <a:solidFill>
              <a:srgbClr val="168A91"/>
            </a:solidFill>
            <a:prstDash val="solid"/>
            <a:headEnd type="none"/>
            <a:tailEnd type="triangle"/>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14423" y="5192843"/>
            <a:ext cx="8141818" cy="484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CYCLE AND MACHINE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25880" y="1410515"/>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3000" b="0" i="0" u="none" strike="noStrike" kern="1200" cap="none" spc="0" normalizeH="0" baseline="0" noProof="0">
                <a:ln>
                  <a:noFill/>
                </a:ln>
                <a:solidFill>
                  <a:srgbClr val="172938"/>
                </a:solidFill>
                <a:effectLst/>
                <a:uLnTx/>
                <a:uFillTx/>
                <a:latin typeface="Arial" pitchFamily="34" charset="0"/>
                <a:ea typeface="+mn-ea"/>
                <a:cs typeface="Arial" pitchFamily="34" charset="-120"/>
              </a:rPr>
              <a:t>… not all turbine powers are the same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F05</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41248" y="2240280"/>
            <a:ext cx="2743200" cy="1600200"/>
          </a:xfrm>
          <a:prstGeom prst="rect">
            <a:avLst/>
          </a:prstGeom>
          <a:solidFill>
            <a:srgbClr val="F2F5F7"/>
          </a:solidFill>
          <a:ln w="12700">
            <a:solidFill>
              <a:srgbClr val="F2F5F7"/>
            </a:solidFill>
            <a:prstDash val="solid"/>
          </a:ln>
        </p:spPr>
        <p:txBody>
          <a:bodyPr/>
          <a:lstStyle/>
          <a:p>
            <a:endParaRPr lang="en-US"/>
          </a:p>
        </p:txBody>
      </p:sp>
      <p:sp>
        <p:nvSpPr>
          <p:cNvPr id="10" name="Shape 7"/>
          <p:cNvSpPr/>
          <p:nvPr/>
        </p:nvSpPr>
        <p:spPr>
          <a:xfrm>
            <a:off x="841248" y="2240280"/>
            <a:ext cx="50292" cy="1600200"/>
          </a:xfrm>
          <a:prstGeom prst="rect">
            <a:avLst/>
          </a:prstGeom>
          <a:solidFill>
            <a:srgbClr val="0066B3"/>
          </a:solidFill>
          <a:ln w="12700">
            <a:solidFill>
              <a:srgbClr val="0066B3"/>
            </a:solidFill>
            <a:prstDash val="solid"/>
          </a:ln>
        </p:spPr>
        <p:txBody>
          <a:bodyPr/>
          <a:lstStyle/>
          <a:p>
            <a:endParaRPr lang="en-US"/>
          </a:p>
        </p:txBody>
      </p:sp>
      <p:sp>
        <p:nvSpPr>
          <p:cNvPr id="11" name="Text 8"/>
          <p:cNvSpPr/>
          <p:nvPr/>
        </p:nvSpPr>
        <p:spPr>
          <a:xfrm>
            <a:off x="1024128" y="2404872"/>
            <a:ext cx="237744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Aerodynamic power</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1024128" y="3017520"/>
            <a:ext cx="2377440" cy="68580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Change in fluid</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angular momentum</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3886200" y="2240280"/>
            <a:ext cx="3401568" cy="1600200"/>
          </a:xfrm>
          <a:prstGeom prst="rect">
            <a:avLst/>
          </a:prstGeom>
          <a:solidFill>
            <a:srgbClr val="F2F5F7"/>
          </a:solidFill>
          <a:ln w="12700">
            <a:solidFill>
              <a:srgbClr val="F2F5F7"/>
            </a:solidFill>
            <a:prstDash val="solid"/>
          </a:ln>
        </p:spPr>
        <p:txBody>
          <a:bodyPr/>
          <a:lstStyle/>
          <a:p>
            <a:endParaRPr lang="en-US"/>
          </a:p>
        </p:txBody>
      </p:sp>
      <p:sp>
        <p:nvSpPr>
          <p:cNvPr id="14" name="Shape 11"/>
          <p:cNvSpPr/>
          <p:nvPr/>
        </p:nvSpPr>
        <p:spPr>
          <a:xfrm>
            <a:off x="3886200" y="2240280"/>
            <a:ext cx="50292" cy="1600200"/>
          </a:xfrm>
          <a:prstGeom prst="rect">
            <a:avLst/>
          </a:prstGeom>
          <a:solidFill>
            <a:srgbClr val="0066B3"/>
          </a:solidFill>
          <a:ln w="12700">
            <a:solidFill>
              <a:srgbClr val="0066B3"/>
            </a:solidFill>
            <a:prstDash val="solid"/>
          </a:ln>
        </p:spPr>
        <p:txBody>
          <a:bodyPr/>
          <a:lstStyle/>
          <a:p>
            <a:endParaRPr lang="en-US"/>
          </a:p>
        </p:txBody>
      </p:sp>
      <p:sp>
        <p:nvSpPr>
          <p:cNvPr id="15" name="Text 12"/>
          <p:cNvSpPr/>
          <p:nvPr/>
        </p:nvSpPr>
        <p:spPr>
          <a:xfrm>
            <a:off x="4069080" y="2404872"/>
            <a:ext cx="3035808"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Shaft power</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4069080" y="2898755"/>
            <a:ext cx="3035808" cy="92333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After the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mechanical losses</a:t>
            </a: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are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included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in the model</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7635240" y="2240280"/>
            <a:ext cx="3721608" cy="1600200"/>
          </a:xfrm>
          <a:prstGeom prst="rect">
            <a:avLst/>
          </a:prstGeom>
          <a:solidFill>
            <a:srgbClr val="F2F5F7"/>
          </a:solidFill>
          <a:ln w="12700">
            <a:solidFill>
              <a:srgbClr val="F2F5F7"/>
            </a:solidFill>
            <a:prstDash val="solid"/>
          </a:ln>
        </p:spPr>
        <p:txBody>
          <a:bodyPr/>
          <a:lstStyle/>
          <a:p>
            <a:endParaRPr lang="en-US"/>
          </a:p>
        </p:txBody>
      </p:sp>
      <p:sp>
        <p:nvSpPr>
          <p:cNvPr id="18" name="Shape 15"/>
          <p:cNvSpPr/>
          <p:nvPr/>
        </p:nvSpPr>
        <p:spPr>
          <a:xfrm>
            <a:off x="7635240" y="2240280"/>
            <a:ext cx="50292" cy="1600200"/>
          </a:xfrm>
          <a:prstGeom prst="rect">
            <a:avLst/>
          </a:prstGeom>
          <a:solidFill>
            <a:srgbClr val="168A91"/>
          </a:solidFill>
          <a:ln w="12700">
            <a:solidFill>
              <a:srgbClr val="168A91"/>
            </a:solidFill>
            <a:prstDash val="solid"/>
          </a:ln>
        </p:spPr>
        <p:txBody>
          <a:bodyPr/>
          <a:lstStyle/>
          <a:p>
            <a:endParaRPr lang="en-US"/>
          </a:p>
        </p:txBody>
      </p:sp>
      <p:sp>
        <p:nvSpPr>
          <p:cNvPr id="19" name="Text 16"/>
          <p:cNvSpPr/>
          <p:nvPr/>
        </p:nvSpPr>
        <p:spPr>
          <a:xfrm>
            <a:off x="7818120" y="2404872"/>
            <a:ext cx="3355848"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Net electrical power</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p:nvPr/>
        </p:nvSpPr>
        <p:spPr>
          <a:xfrm>
            <a:off x="7818120" y="2898755"/>
            <a:ext cx="3355848" cy="92333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After generator, converter,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sz="2000">
                <a:solidFill>
                  <a:srgbClr val="172938"/>
                </a:solidFill>
                <a:latin typeface="Arial" pitchFamily="34" charset="0"/>
                <a:cs typeface="Arial" pitchFamily="34" charset="-120"/>
              </a:rPr>
              <a:t>- At the el. outlet, after all aux. are considered</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01300" y="4716073"/>
            <a:ext cx="9341799" cy="5394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ECONOMICS AND SCALE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658368" y="1581073"/>
            <a:ext cx="12330743" cy="8070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4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Engineer‘s goal for an ORC turbine: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44" b="1"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Optimise </a:t>
            </a:r>
            <a:r>
              <a:rPr kumimoji="0" lang="en-US" sz="2844"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useful </a:t>
            </a:r>
            <a:r>
              <a:rPr kumimoji="0" lang="en-US" sz="2844" b="1"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annual energy</a:t>
            </a:r>
            <a:r>
              <a:rPr kumimoji="0" lang="cs-CZ" sz="2844" b="1"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yield</a:t>
            </a:r>
            <a:r>
              <a:rPr kumimoji="0" lang="en-US" sz="2844" b="1"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844"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within an affordable machine</a:t>
            </a:r>
            <a:endParaRPr kumimoji="0" lang="en-US" sz="2844" b="1"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F06</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Text 6"/>
          <p:cNvSpPr/>
          <p:nvPr/>
        </p:nvSpPr>
        <p:spPr>
          <a:xfrm>
            <a:off x="896112" y="2844720"/>
            <a:ext cx="4754880" cy="43088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Peak isentropic efficiency</a:t>
            </a:r>
            <a:endParaRPr kumimoji="0" lang="en-US" sz="2800" b="1" i="0" u="none" strike="noStrike" kern="1200" cap="none" spc="0" normalizeH="0" baseline="0" noProof="0" dirty="0">
              <a:ln>
                <a:noFill/>
              </a:ln>
              <a:solidFill>
                <a:srgbClr val="0066B3"/>
              </a:solidFill>
              <a:effectLst/>
              <a:uLnTx/>
              <a:uFillTx/>
              <a:latin typeface="Arial"/>
            </a:endParaRPr>
          </a:p>
        </p:txBody>
      </p:sp>
      <p:sp>
        <p:nvSpPr>
          <p:cNvPr id="10" name="Text 7"/>
          <p:cNvSpPr/>
          <p:nvPr/>
        </p:nvSpPr>
        <p:spPr>
          <a:xfrm>
            <a:off x="896112" y="3317309"/>
            <a:ext cx="4892040" cy="83099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2700" b="1">
                <a:solidFill>
                  <a:srgbClr val="0066B3"/>
                </a:solidFill>
                <a:latin typeface="Arial" pitchFamily="34" charset="0"/>
                <a:ea typeface="Arial" pitchFamily="34" charset="-122"/>
                <a:cs typeface="Arial" pitchFamily="34" charset="-120"/>
              </a:rPr>
              <a:t>d</a:t>
            </a:r>
            <a:r>
              <a:rPr kumimoji="0" lang="cs-CZ" sz="27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oes not always make the best business case.</a:t>
            </a:r>
            <a:endParaRPr kumimoji="0" lang="en-US" sz="27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Shape 8"/>
          <p:cNvSpPr/>
          <p:nvPr/>
        </p:nvSpPr>
        <p:spPr>
          <a:xfrm>
            <a:off x="6436521" y="3110687"/>
            <a:ext cx="78638" cy="78638"/>
          </a:xfrm>
          <a:prstGeom prst="ellipse">
            <a:avLst/>
          </a:prstGeom>
          <a:solidFill>
            <a:srgbClr val="0066B3"/>
          </a:solidFill>
          <a:ln w="12700">
            <a:solidFill>
              <a:srgbClr val="0066B3"/>
            </a:solidFill>
            <a:prstDash val="solid"/>
          </a:ln>
        </p:spPr>
        <p:txBody>
          <a:bodyPr/>
          <a:lstStyle/>
          <a:p>
            <a:endParaRPr lang="en-US"/>
          </a:p>
        </p:txBody>
      </p:sp>
      <p:sp>
        <p:nvSpPr>
          <p:cNvPr id="12" name="Text 9"/>
          <p:cNvSpPr/>
          <p:nvPr/>
        </p:nvSpPr>
        <p:spPr>
          <a:xfrm>
            <a:off x="6656832" y="2986008"/>
            <a:ext cx="4639056" cy="3231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Few parts and repeatable manufacture</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6428386" y="3974533"/>
            <a:ext cx="78638" cy="78638"/>
          </a:xfrm>
          <a:prstGeom prst="ellipse">
            <a:avLst/>
          </a:prstGeom>
          <a:solidFill>
            <a:srgbClr val="0066B3"/>
          </a:solidFill>
          <a:ln w="12700">
            <a:solidFill>
              <a:srgbClr val="0066B3"/>
            </a:solidFill>
            <a:prstDash val="solid"/>
          </a:ln>
        </p:spPr>
        <p:txBody>
          <a:bodyPr/>
          <a:lstStyle/>
          <a:p>
            <a:endParaRPr lang="en-US"/>
          </a:p>
        </p:txBody>
      </p:sp>
      <p:sp>
        <p:nvSpPr>
          <p:cNvPr id="14" name="Text 11"/>
          <p:cNvSpPr/>
          <p:nvPr/>
        </p:nvSpPr>
        <p:spPr>
          <a:xfrm>
            <a:off x="6656832" y="3757113"/>
            <a:ext cx="4581144"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Reliable operation </a:t>
            </a:r>
            <a:r>
              <a:rPr kumimoji="0" lang="en-US" sz="21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across </a:t>
            </a:r>
            <a:r>
              <a:rPr kumimoji="0" lang="cs-CZ" sz="21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variable heat source</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2"/>
          <p:cNvSpPr/>
          <p:nvPr/>
        </p:nvSpPr>
        <p:spPr>
          <a:xfrm>
            <a:off x="6428386" y="4946216"/>
            <a:ext cx="78638" cy="78638"/>
          </a:xfrm>
          <a:prstGeom prst="ellipse">
            <a:avLst/>
          </a:prstGeom>
          <a:solidFill>
            <a:srgbClr val="0066B3"/>
          </a:solidFill>
          <a:ln w="12700">
            <a:solidFill>
              <a:srgbClr val="0066B3"/>
            </a:solidFill>
            <a:prstDash val="solid"/>
          </a:ln>
        </p:spPr>
        <p:txBody>
          <a:bodyPr/>
          <a:lstStyle/>
          <a:p>
            <a:endParaRPr lang="en-US"/>
          </a:p>
        </p:txBody>
      </p:sp>
      <p:sp>
        <p:nvSpPr>
          <p:cNvPr id="16" name="Text 13"/>
          <p:cNvSpPr/>
          <p:nvPr/>
        </p:nvSpPr>
        <p:spPr>
          <a:xfrm>
            <a:off x="6656832" y="4601487"/>
            <a:ext cx="4581144" cy="8229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Low leakage and manageable maintenance</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504" y="4656351"/>
            <a:ext cx="2847824" cy="658368"/>
          </a:xfrm>
          <a:prstGeom prst="rect">
            <a:avLst/>
          </a:prstGeom>
        </p:spPr>
      </p:pic>
      <p:sp>
        <p:nvSpPr>
          <p:cNvPr id="19" name="Shape 15"/>
          <p:cNvSpPr/>
          <p:nvPr/>
        </p:nvSpPr>
        <p:spPr>
          <a:xfrm>
            <a:off x="868680" y="5843016"/>
            <a:ext cx="10497312" cy="402336"/>
          </a:xfrm>
          <a:prstGeom prst="rect">
            <a:avLst/>
          </a:prstGeom>
          <a:solidFill>
            <a:srgbClr val="EAF3F9"/>
          </a:solidFill>
          <a:ln w="12700">
            <a:solidFill>
              <a:srgbClr val="EAF3F9"/>
            </a:solidFill>
            <a:prstDash val="solid"/>
          </a:ln>
        </p:spPr>
        <p:txBody>
          <a:bodyPr/>
          <a:lstStyle/>
          <a:p>
            <a:endParaRPr lang="en-US"/>
          </a:p>
        </p:txBody>
      </p:sp>
      <p:sp>
        <p:nvSpPr>
          <p:cNvPr id="20" name="Text 16"/>
          <p:cNvSpPr/>
          <p:nvPr/>
        </p:nvSpPr>
        <p:spPr>
          <a:xfrm>
            <a:off x="1033272" y="5931667"/>
            <a:ext cx="10168128" cy="26161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what </a:t>
            </a: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extra annual value pays for the extra aerodynamic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complexity?</a:t>
            </a:r>
            <a:r>
              <a:rPr kumimoji="0" lang="cs-CZ"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WHY ORC IS DIFFERENT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252728"/>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Molecular mass and complexity change the velocity scale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F07</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95528" y="2231136"/>
            <a:ext cx="5074920" cy="1746504"/>
          </a:xfrm>
          <a:prstGeom prst="rect">
            <a:avLst/>
          </a:prstGeom>
          <a:solidFill>
            <a:srgbClr val="F2F5F7"/>
          </a:solidFill>
          <a:ln w="12700">
            <a:solidFill>
              <a:srgbClr val="F2F5F7"/>
            </a:solidFill>
            <a:prstDash val="solid"/>
          </a:ln>
        </p:spPr>
        <p:txBody>
          <a:bodyPr/>
          <a:lstStyle/>
          <a:p>
            <a:endParaRPr lang="en-US"/>
          </a:p>
        </p:txBody>
      </p:sp>
      <p:sp>
        <p:nvSpPr>
          <p:cNvPr id="10" name="Shape 7"/>
          <p:cNvSpPr/>
          <p:nvPr/>
        </p:nvSpPr>
        <p:spPr>
          <a:xfrm>
            <a:off x="795528" y="2231136"/>
            <a:ext cx="50292" cy="1746504"/>
          </a:xfrm>
          <a:prstGeom prst="rect">
            <a:avLst/>
          </a:prstGeom>
          <a:solidFill>
            <a:srgbClr val="0066B3"/>
          </a:solidFill>
          <a:ln w="12700">
            <a:solidFill>
              <a:srgbClr val="0066B3"/>
            </a:solidFill>
            <a:prstDash val="solid"/>
          </a:ln>
        </p:spPr>
        <p:txBody>
          <a:bodyPr/>
          <a:lstStyle/>
          <a:p>
            <a:endParaRPr lang="en-US"/>
          </a:p>
        </p:txBody>
      </p:sp>
      <p:sp>
        <p:nvSpPr>
          <p:cNvPr id="11" name="Text 8"/>
          <p:cNvSpPr/>
          <p:nvPr/>
        </p:nvSpPr>
        <p:spPr>
          <a:xfrm>
            <a:off x="978408" y="2395728"/>
            <a:ext cx="470916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Molecular mass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978408" y="3116651"/>
            <a:ext cx="4709160" cy="615553"/>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Larger molar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mass M</a:t>
            </a:r>
            <a:r>
              <a:rPr lang="cs-CZ" sz="2000" dirty="0">
                <a:solidFill>
                  <a:prstClr val="black"/>
                </a:solidFill>
                <a:latin typeface="Arial"/>
              </a:rPr>
              <a:t>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means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 smaller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gas constant</a:t>
            </a:r>
            <a:r>
              <a:rPr lang="cs-CZ" sz="2000" dirty="0">
                <a:solidFill>
                  <a:prstClr val="black"/>
                </a:solidFill>
                <a:latin typeface="Arial"/>
              </a:rPr>
              <a:t>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per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unit mass.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6227064" y="2231136"/>
            <a:ext cx="5074920" cy="1746504"/>
          </a:xfrm>
          <a:prstGeom prst="rect">
            <a:avLst/>
          </a:prstGeom>
          <a:solidFill>
            <a:srgbClr val="F2F5F7"/>
          </a:solidFill>
          <a:ln w="12700">
            <a:solidFill>
              <a:srgbClr val="F2F5F7"/>
            </a:solidFill>
            <a:prstDash val="solid"/>
          </a:ln>
        </p:spPr>
        <p:txBody>
          <a:bodyPr/>
          <a:lstStyle/>
          <a:p>
            <a:endParaRPr lang="en-US"/>
          </a:p>
        </p:txBody>
      </p:sp>
      <p:sp>
        <p:nvSpPr>
          <p:cNvPr id="14" name="Shape 11"/>
          <p:cNvSpPr/>
          <p:nvPr/>
        </p:nvSpPr>
        <p:spPr>
          <a:xfrm>
            <a:off x="6227064" y="2231136"/>
            <a:ext cx="50292" cy="1746504"/>
          </a:xfrm>
          <a:prstGeom prst="rect">
            <a:avLst/>
          </a:prstGeom>
          <a:solidFill>
            <a:srgbClr val="168A91"/>
          </a:solidFill>
          <a:ln w="12700">
            <a:solidFill>
              <a:srgbClr val="168A91"/>
            </a:solidFill>
            <a:prstDash val="solid"/>
          </a:ln>
        </p:spPr>
        <p:txBody>
          <a:bodyPr/>
          <a:lstStyle/>
          <a:p>
            <a:endParaRPr lang="en-US"/>
          </a:p>
        </p:txBody>
      </p:sp>
      <p:sp>
        <p:nvSpPr>
          <p:cNvPr id="15" name="Text 12"/>
          <p:cNvSpPr/>
          <p:nvPr/>
        </p:nvSpPr>
        <p:spPr>
          <a:xfrm>
            <a:off x="6409944" y="2395728"/>
            <a:ext cx="4709160"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Molecular complexity</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6409944" y="2962763"/>
            <a:ext cx="4709160" cy="92333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Internal degrees of freedom</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change heat capacities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and the ratio cp/cv.</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pic>
        <p:nvPicPr>
          <p:cNvPr id="1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99238" y="4251960"/>
            <a:ext cx="1139483" cy="548640"/>
          </a:xfrm>
          <a:prstGeom prst="rect">
            <a:avLst/>
          </a:prstGeom>
        </p:spPr>
      </p:pic>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2048" y="4251960"/>
            <a:ext cx="3017520" cy="548640"/>
          </a:xfrm>
          <a:prstGeom prst="rect">
            <a:avLst/>
          </a:prstGeom>
        </p:spPr>
      </p:pic>
      <p:sp>
        <p:nvSpPr>
          <p:cNvPr id="19" name="Shape 14"/>
          <p:cNvSpPr/>
          <p:nvPr/>
        </p:nvSpPr>
        <p:spPr>
          <a:xfrm>
            <a:off x="804672" y="5221224"/>
            <a:ext cx="10524744" cy="658368"/>
          </a:xfrm>
          <a:prstGeom prst="rect">
            <a:avLst/>
          </a:prstGeom>
          <a:solidFill>
            <a:srgbClr val="EAF3F9"/>
          </a:solidFill>
          <a:ln w="12700">
            <a:solidFill>
              <a:srgbClr val="EAF3F9"/>
            </a:solidFill>
            <a:prstDash val="solid"/>
          </a:ln>
        </p:spPr>
        <p:txBody>
          <a:bodyPr/>
          <a:lstStyle/>
          <a:p>
            <a:endParaRPr lang="en-US"/>
          </a:p>
        </p:txBody>
      </p:sp>
      <p:sp>
        <p:nvSpPr>
          <p:cNvPr id="20" name="Text 15"/>
          <p:cNvSpPr/>
          <p:nvPr/>
        </p:nvSpPr>
        <p:spPr>
          <a:xfrm>
            <a:off x="969264" y="5437891"/>
            <a:ext cx="10195560" cy="26161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Often </a:t>
            </a:r>
            <a:r>
              <a:rPr kumimoji="0" lang="en-US" sz="1700" b="1"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smaller </a:t>
            </a:r>
            <a:r>
              <a:rPr kumimoji="0" lang="en-US" sz="1700" b="1"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specific </a:t>
            </a:r>
            <a:r>
              <a:rPr lang="cs-CZ" sz="1700" b="1">
                <a:solidFill>
                  <a:srgbClr val="003B66"/>
                </a:solidFill>
                <a:latin typeface="Arial" pitchFamily="34" charset="0"/>
                <a:ea typeface="Arial" pitchFamily="34" charset="-122"/>
                <a:cs typeface="Arial" pitchFamily="34" charset="-120"/>
              </a:rPr>
              <a:t>„head“ (enthalpy drop)</a:t>
            </a:r>
            <a:r>
              <a:rPr kumimoji="0" lang="en-US" sz="1700" b="1"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 and speed</a:t>
            </a:r>
            <a:r>
              <a:rPr kumimoji="0" lang="cs-CZ" sz="1700" b="1"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 of sound</a:t>
            </a:r>
            <a:r>
              <a:rPr kumimoji="0" lang="en-US" sz="1700" b="1"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a:t>
            </a:r>
            <a:endParaRPr kumimoji="0" lang="en-US" sz="1700" b="1"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WHY ORC IS DIFFERENT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117159" y="1544755"/>
            <a:ext cx="10650772"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Even a small enthalpy drop often leads to supersonic designs</a:t>
            </a: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F08</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68680" y="2286000"/>
            <a:ext cx="3456432" cy="1837944"/>
          </a:xfrm>
          <a:prstGeom prst="rect">
            <a:avLst/>
          </a:prstGeom>
          <a:solidFill>
            <a:srgbClr val="F2F5F7"/>
          </a:solidFill>
          <a:ln w="12700">
            <a:solidFill>
              <a:srgbClr val="F2F5F7"/>
            </a:solidFill>
            <a:prstDash val="solid"/>
          </a:ln>
        </p:spPr>
        <p:txBody>
          <a:bodyPr/>
          <a:lstStyle/>
          <a:p>
            <a:endParaRPr lang="en-US"/>
          </a:p>
        </p:txBody>
      </p:sp>
      <p:sp>
        <p:nvSpPr>
          <p:cNvPr id="10" name="Text 7"/>
          <p:cNvSpPr/>
          <p:nvPr/>
        </p:nvSpPr>
        <p:spPr>
          <a:xfrm>
            <a:off x="1024128" y="2468880"/>
            <a:ext cx="3145536" cy="29260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Pressure ratio</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p:nvPr/>
        </p:nvSpPr>
        <p:spPr>
          <a:xfrm>
            <a:off x="1024128" y="2971800"/>
            <a:ext cx="3145536" cy="51206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4.00</a:t>
            </a:r>
            <a:endParaRPr kumimoji="0" lang="en-US" sz="34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1024128" y="3602736"/>
            <a:ext cx="3145536" cy="2560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p0 / p2</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4553712" y="2286000"/>
            <a:ext cx="3456432" cy="1837944"/>
          </a:xfrm>
          <a:prstGeom prst="rect">
            <a:avLst/>
          </a:prstGeom>
          <a:solidFill>
            <a:srgbClr val="F2F5F7"/>
          </a:solidFill>
          <a:ln w="12700">
            <a:solidFill>
              <a:srgbClr val="F2F5F7"/>
            </a:solidFill>
            <a:prstDash val="solid"/>
          </a:ln>
        </p:spPr>
        <p:txBody>
          <a:bodyPr/>
          <a:lstStyle/>
          <a:p>
            <a:endParaRPr lang="en-US"/>
          </a:p>
        </p:txBody>
      </p:sp>
      <p:sp>
        <p:nvSpPr>
          <p:cNvPr id="14" name="Text 11"/>
          <p:cNvSpPr/>
          <p:nvPr/>
        </p:nvSpPr>
        <p:spPr>
          <a:xfrm>
            <a:off x="4709160" y="2468880"/>
            <a:ext cx="3145536" cy="29260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Volume-flow ratio</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2"/>
          <p:cNvSpPr/>
          <p:nvPr/>
        </p:nvSpPr>
        <p:spPr>
          <a:xfrm>
            <a:off x="4709160" y="2971800"/>
            <a:ext cx="3145536" cy="51206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4.40</a:t>
            </a:r>
            <a:endParaRPr kumimoji="0" lang="en-US" sz="34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4709160" y="3602736"/>
            <a:ext cx="3145536" cy="2560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rho0 / rho2,is</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8238744" y="2286000"/>
            <a:ext cx="3456432" cy="1837944"/>
          </a:xfrm>
          <a:prstGeom prst="rect">
            <a:avLst/>
          </a:prstGeom>
          <a:solidFill>
            <a:srgbClr val="F2F5F7"/>
          </a:solidFill>
          <a:ln w="12700">
            <a:solidFill>
              <a:srgbClr val="F2F5F7"/>
            </a:solidFill>
            <a:prstDash val="solid"/>
          </a:ln>
        </p:spPr>
        <p:txBody>
          <a:bodyPr/>
          <a:lstStyle/>
          <a:p>
            <a:endParaRPr lang="en-US"/>
          </a:p>
        </p:txBody>
      </p:sp>
      <p:sp>
        <p:nvSpPr>
          <p:cNvPr id="18" name="Text 15"/>
          <p:cNvSpPr/>
          <p:nvPr/>
        </p:nvSpPr>
        <p:spPr>
          <a:xfrm>
            <a:off x="8394192" y="2468880"/>
            <a:ext cx="3145536" cy="29260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Specific head</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6"/>
          <p:cNvSpPr/>
          <p:nvPr/>
        </p:nvSpPr>
        <p:spPr>
          <a:xfrm>
            <a:off x="8394192" y="2971800"/>
            <a:ext cx="3145536" cy="51206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28.8 kJ/kg</a:t>
            </a:r>
            <a:endParaRPr kumimoji="0" lang="en-US" sz="34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p:nvPr/>
        </p:nvSpPr>
        <p:spPr>
          <a:xfrm>
            <a:off x="8394192" y="3602736"/>
            <a:ext cx="3145536" cy="2560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h0 - h2,is</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6230" y="4462272"/>
            <a:ext cx="4908499" cy="557784"/>
          </a:xfrm>
          <a:prstGeom prst="rect">
            <a:avLst/>
          </a:prstGeom>
        </p:spPr>
      </p:pic>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94231" y="4462272"/>
            <a:ext cx="2635529" cy="557784"/>
          </a:xfrm>
          <a:prstGeom prst="rect">
            <a:avLst/>
          </a:prstGeom>
        </p:spPr>
      </p:pic>
      <p:sp>
        <p:nvSpPr>
          <p:cNvPr id="23" name="Shape 18"/>
          <p:cNvSpPr/>
          <p:nvPr/>
        </p:nvSpPr>
        <p:spPr>
          <a:xfrm>
            <a:off x="731520" y="5623560"/>
            <a:ext cx="10744200" cy="512064"/>
          </a:xfrm>
          <a:prstGeom prst="rect">
            <a:avLst/>
          </a:prstGeom>
          <a:solidFill>
            <a:srgbClr val="EAF3F9"/>
          </a:solidFill>
          <a:ln w="12700">
            <a:solidFill>
              <a:srgbClr val="EAF3F9"/>
            </a:solidFill>
            <a:prstDash val="solid"/>
          </a:ln>
        </p:spPr>
        <p:txBody>
          <a:bodyPr/>
          <a:lstStyle/>
          <a:p>
            <a:endParaRPr lang="en-US"/>
          </a:p>
        </p:txBody>
      </p:sp>
      <p:sp>
        <p:nvSpPr>
          <p:cNvPr id="24" name="Text 19"/>
          <p:cNvSpPr/>
          <p:nvPr/>
        </p:nvSpPr>
        <p:spPr>
          <a:xfrm>
            <a:off x="896112" y="5767075"/>
            <a:ext cx="10415016" cy="261610"/>
          </a:xfrm>
          <a:prstGeom prst="rect">
            <a:avLst/>
          </a:prstGeom>
          <a:noFill/>
          <a:ln/>
        </p:spPr>
        <p:txBody>
          <a:bodyPr wrap="square" lIns="0" tIns="0" rIns="0" bIns="0" rtlCol="0" anchor="ctr">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This is for HFO R-1233zdE… do you know typical steam turbine specific heads? And pressure ratios?</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WHY ORC IS DIFFERENT</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923544" y="1605207"/>
            <a:ext cx="10104120" cy="92333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ORC is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not </a:t>
            </a:r>
            <a:r>
              <a:rPr lang="cs-CZ" sz="3000">
                <a:solidFill>
                  <a:srgbClr val="172938"/>
                </a:solidFill>
                <a:latin typeface="Arial" pitchFamily="34" charset="0"/>
                <a:ea typeface="Arial" pitchFamily="34" charset="-122"/>
                <a:cs typeface="Arial" pitchFamily="34" charset="-120"/>
              </a:rPr>
              <a:t>just a</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small steam turbine with a different fluid name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F09</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61524" y="2668123"/>
            <a:ext cx="10515600" cy="676656"/>
          </a:xfrm>
          <a:prstGeom prst="rect">
            <a:avLst/>
          </a:prstGeom>
          <a:solidFill>
            <a:srgbClr val="EAF3F9"/>
          </a:solidFill>
          <a:ln w="12700">
            <a:solidFill>
              <a:srgbClr val="EAF3F9"/>
            </a:solidFill>
            <a:prstDash val="solid"/>
          </a:ln>
        </p:spPr>
        <p:txBody>
          <a:bodyPr/>
          <a:lstStyle/>
          <a:p>
            <a:endParaRPr lang="en-US"/>
          </a:p>
        </p:txBody>
      </p:sp>
      <p:sp>
        <p:nvSpPr>
          <p:cNvPr id="10" name="Text 7"/>
          <p:cNvSpPr/>
          <p:nvPr/>
        </p:nvSpPr>
        <p:spPr>
          <a:xfrm>
            <a:off x="1026116" y="2814427"/>
            <a:ext cx="2075688"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Shared physics</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p:nvPr/>
        </p:nvSpPr>
        <p:spPr>
          <a:xfrm>
            <a:off x="3366980" y="2718636"/>
            <a:ext cx="7790688" cy="58477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Mass, momentum and energy conservation;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rotor </a:t>
            </a:r>
            <a:r>
              <a:rPr kumimoji="0" lang="cs-CZ"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Euler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work</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 viscous losses.</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9"/>
          <p:cNvSpPr/>
          <p:nvPr/>
        </p:nvSpPr>
        <p:spPr>
          <a:xfrm>
            <a:off x="861524" y="3454507"/>
            <a:ext cx="10515600" cy="676656"/>
          </a:xfrm>
          <a:prstGeom prst="rect">
            <a:avLst/>
          </a:prstGeom>
          <a:solidFill>
            <a:srgbClr val="F2F5F7"/>
          </a:solidFill>
          <a:ln w="12700">
            <a:solidFill>
              <a:srgbClr val="F2F5F7"/>
            </a:solidFill>
            <a:prstDash val="solid"/>
          </a:ln>
        </p:spPr>
        <p:txBody>
          <a:bodyPr/>
          <a:lstStyle/>
          <a:p>
            <a:endParaRPr lang="en-US"/>
          </a:p>
        </p:txBody>
      </p:sp>
      <p:sp>
        <p:nvSpPr>
          <p:cNvPr id="13" name="Text 10"/>
          <p:cNvSpPr/>
          <p:nvPr/>
        </p:nvSpPr>
        <p:spPr>
          <a:xfrm>
            <a:off x="1026116" y="3600811"/>
            <a:ext cx="2075688"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Head per stage</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11"/>
          <p:cNvSpPr/>
          <p:nvPr/>
        </p:nvSpPr>
        <p:spPr>
          <a:xfrm>
            <a:off x="3366980" y="3505020"/>
            <a:ext cx="7790688" cy="58477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Organic fluids often allow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few stages </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loading and speed limits still decide.</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2"/>
          <p:cNvSpPr/>
          <p:nvPr/>
        </p:nvSpPr>
        <p:spPr>
          <a:xfrm>
            <a:off x="861524" y="4240891"/>
            <a:ext cx="10515600" cy="676656"/>
          </a:xfrm>
          <a:prstGeom prst="rect">
            <a:avLst/>
          </a:prstGeom>
          <a:solidFill>
            <a:srgbClr val="EAF3F9"/>
          </a:solidFill>
          <a:ln w="12700">
            <a:solidFill>
              <a:srgbClr val="EAF3F9"/>
            </a:solidFill>
            <a:prstDash val="solid"/>
          </a:ln>
        </p:spPr>
        <p:txBody>
          <a:bodyPr/>
          <a:lstStyle/>
          <a:p>
            <a:endParaRPr lang="en-US"/>
          </a:p>
        </p:txBody>
      </p:sp>
      <p:sp>
        <p:nvSpPr>
          <p:cNvPr id="16" name="Text 13"/>
          <p:cNvSpPr/>
          <p:nvPr/>
        </p:nvSpPr>
        <p:spPr>
          <a:xfrm>
            <a:off x="1026116" y="4387195"/>
            <a:ext cx="2075688"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Expansion path</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4"/>
          <p:cNvSpPr/>
          <p:nvPr/>
        </p:nvSpPr>
        <p:spPr>
          <a:xfrm>
            <a:off x="3366980" y="4291404"/>
            <a:ext cx="7790688" cy="58477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Steam may become </a:t>
            </a:r>
            <a:r>
              <a:rPr kumimoji="0" lang="en-US" sz="1900" b="0" i="1"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wet</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 ORC fluids may be </a:t>
            </a:r>
            <a:r>
              <a:rPr kumimoji="0" lang="en-US" sz="1900" b="0" i="1"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dry, wet </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or </a:t>
            </a:r>
            <a:r>
              <a:rPr kumimoji="0" lang="en-US" sz="1900" b="0" i="1"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near-isentropic</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 Check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the path</a:t>
            </a:r>
            <a:r>
              <a:rPr kumimoji="0" lang="cs-CZ"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(although most are usually </a:t>
            </a:r>
            <a:r>
              <a:rPr kumimoji="0" lang="cs-CZ" sz="19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dry</a:t>
            </a:r>
            <a:r>
              <a:rPr kumimoji="0" lang="cs-CZ"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5"/>
          <p:cNvSpPr/>
          <p:nvPr/>
        </p:nvSpPr>
        <p:spPr>
          <a:xfrm>
            <a:off x="861524" y="5027275"/>
            <a:ext cx="10515600" cy="676656"/>
          </a:xfrm>
          <a:prstGeom prst="rect">
            <a:avLst/>
          </a:prstGeom>
          <a:solidFill>
            <a:srgbClr val="F2F5F7"/>
          </a:solidFill>
          <a:ln w="12700">
            <a:solidFill>
              <a:srgbClr val="F2F5F7"/>
            </a:solidFill>
            <a:prstDash val="solid"/>
          </a:ln>
        </p:spPr>
        <p:txBody>
          <a:bodyPr/>
          <a:lstStyle/>
          <a:p>
            <a:endParaRPr lang="en-US"/>
          </a:p>
        </p:txBody>
      </p:sp>
      <p:sp>
        <p:nvSpPr>
          <p:cNvPr id="19" name="Text 16"/>
          <p:cNvSpPr/>
          <p:nvPr/>
        </p:nvSpPr>
        <p:spPr>
          <a:xfrm>
            <a:off x="1026116" y="5173579"/>
            <a:ext cx="2075688"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Thermodynamic model</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p:nvPr/>
        </p:nvSpPr>
        <p:spPr>
          <a:xfrm>
            <a:off x="3366980" y="5077788"/>
            <a:ext cx="7790688" cy="58477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Steam also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needs real</a:t>
            </a:r>
            <a:r>
              <a:rPr kumimoji="0" lang="cs-CZ"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fluid </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properties.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 constant</a:t>
            </a:r>
            <a:r>
              <a:rPr kumimoji="0" lang="cs-CZ"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gamma </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baseline is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not universal…</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ECONOMICS AND SCALE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083564" y="1277165"/>
            <a:ext cx="9280862" cy="92115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93"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Small-scale ORC is our </a:t>
            </a:r>
            <a:r>
              <a:rPr kumimoji="0" lang="en-US" sz="2993"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focus </a:t>
            </a:r>
            <a:r>
              <a:rPr kumimoji="0" lang="cs-CZ" sz="2993"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today, but that is far from</a:t>
            </a:r>
            <a:r>
              <a:rPr kumimoji="0" lang="en-US" sz="2993"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993"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whole ORC market</a:t>
            </a:r>
            <a:endParaRPr kumimoji="0" lang="en-US" sz="2993"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F10</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1143000" y="2944368"/>
            <a:ext cx="9829800" cy="914"/>
          </a:xfrm>
          <a:prstGeom prst="line">
            <a:avLst/>
          </a:prstGeom>
          <a:noFill/>
          <a:ln w="38100">
            <a:solidFill>
              <a:srgbClr val="0066B3"/>
            </a:solidFill>
            <a:prstDash val="solid"/>
            <a:headEnd type="none"/>
            <a:tailEnd type="none"/>
          </a:ln>
        </p:spPr>
        <p:txBody>
          <a:bodyPr/>
          <a:lstStyle/>
          <a:p>
            <a:endParaRPr lang="en-US"/>
          </a:p>
        </p:txBody>
      </p:sp>
      <p:sp>
        <p:nvSpPr>
          <p:cNvPr id="10" name="Shape 7"/>
          <p:cNvSpPr/>
          <p:nvPr/>
        </p:nvSpPr>
        <p:spPr>
          <a:xfrm>
            <a:off x="1083564" y="2884932"/>
            <a:ext cx="118872" cy="118872"/>
          </a:xfrm>
          <a:prstGeom prst="ellipse">
            <a:avLst/>
          </a:prstGeom>
          <a:solidFill>
            <a:srgbClr val="0066B3"/>
          </a:solidFill>
          <a:ln w="12700">
            <a:solidFill>
              <a:srgbClr val="0066B3"/>
            </a:solidFill>
            <a:prstDash val="solid"/>
          </a:ln>
        </p:spPr>
        <p:txBody>
          <a:bodyPr/>
          <a:lstStyle/>
          <a:p>
            <a:endParaRPr lang="en-US"/>
          </a:p>
        </p:txBody>
      </p:sp>
      <p:sp>
        <p:nvSpPr>
          <p:cNvPr id="11" name="Text 8"/>
          <p:cNvSpPr/>
          <p:nvPr/>
        </p:nvSpPr>
        <p:spPr>
          <a:xfrm>
            <a:off x="731520" y="3145536"/>
            <a:ext cx="822960" cy="2926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1 kW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9"/>
          <p:cNvSpPr/>
          <p:nvPr/>
        </p:nvSpPr>
        <p:spPr>
          <a:xfrm>
            <a:off x="3095244" y="2884932"/>
            <a:ext cx="118872" cy="118872"/>
          </a:xfrm>
          <a:prstGeom prst="ellipse">
            <a:avLst/>
          </a:prstGeom>
          <a:solidFill>
            <a:srgbClr val="0066B3"/>
          </a:solidFill>
          <a:ln w="12700">
            <a:solidFill>
              <a:srgbClr val="0066B3"/>
            </a:solidFill>
            <a:prstDash val="solid"/>
          </a:ln>
        </p:spPr>
        <p:txBody>
          <a:bodyPr/>
          <a:lstStyle/>
          <a:p>
            <a:endParaRPr lang="en-US"/>
          </a:p>
        </p:txBody>
      </p:sp>
      <p:sp>
        <p:nvSpPr>
          <p:cNvPr id="13" name="Text 10"/>
          <p:cNvSpPr/>
          <p:nvPr/>
        </p:nvSpPr>
        <p:spPr>
          <a:xfrm>
            <a:off x="2743200" y="3145536"/>
            <a:ext cx="822960" cy="2926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10 kW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1"/>
          <p:cNvSpPr/>
          <p:nvPr/>
        </p:nvSpPr>
        <p:spPr>
          <a:xfrm>
            <a:off x="5106924" y="2884932"/>
            <a:ext cx="118872" cy="118872"/>
          </a:xfrm>
          <a:prstGeom prst="ellipse">
            <a:avLst/>
          </a:prstGeom>
          <a:solidFill>
            <a:srgbClr val="0066B3"/>
          </a:solidFill>
          <a:ln w="12700">
            <a:solidFill>
              <a:srgbClr val="0066B3"/>
            </a:solidFill>
            <a:prstDash val="solid"/>
          </a:ln>
        </p:spPr>
        <p:txBody>
          <a:bodyPr/>
          <a:lstStyle/>
          <a:p>
            <a:endParaRPr lang="en-US"/>
          </a:p>
        </p:txBody>
      </p:sp>
      <p:sp>
        <p:nvSpPr>
          <p:cNvPr id="15" name="Text 12"/>
          <p:cNvSpPr/>
          <p:nvPr/>
        </p:nvSpPr>
        <p:spPr>
          <a:xfrm>
            <a:off x="4754880" y="3145536"/>
            <a:ext cx="822960" cy="2926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100 kW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Shape 13"/>
          <p:cNvSpPr/>
          <p:nvPr/>
        </p:nvSpPr>
        <p:spPr>
          <a:xfrm>
            <a:off x="7118604" y="2884932"/>
            <a:ext cx="118872" cy="118872"/>
          </a:xfrm>
          <a:prstGeom prst="ellipse">
            <a:avLst/>
          </a:prstGeom>
          <a:solidFill>
            <a:srgbClr val="0066B3"/>
          </a:solidFill>
          <a:ln w="12700">
            <a:solidFill>
              <a:srgbClr val="0066B3"/>
            </a:solidFill>
            <a:prstDash val="solid"/>
          </a:ln>
        </p:spPr>
        <p:txBody>
          <a:bodyPr/>
          <a:lstStyle/>
          <a:p>
            <a:endParaRPr lang="en-US"/>
          </a:p>
        </p:txBody>
      </p:sp>
      <p:sp>
        <p:nvSpPr>
          <p:cNvPr id="17" name="Text 14"/>
          <p:cNvSpPr/>
          <p:nvPr/>
        </p:nvSpPr>
        <p:spPr>
          <a:xfrm>
            <a:off x="6766560" y="3145536"/>
            <a:ext cx="822960" cy="2926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1 MW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5"/>
          <p:cNvSpPr/>
          <p:nvPr/>
        </p:nvSpPr>
        <p:spPr>
          <a:xfrm>
            <a:off x="9130284" y="2884932"/>
            <a:ext cx="118872" cy="118872"/>
          </a:xfrm>
          <a:prstGeom prst="ellipse">
            <a:avLst/>
          </a:prstGeom>
          <a:solidFill>
            <a:srgbClr val="0066B3"/>
          </a:solidFill>
          <a:ln w="12700">
            <a:solidFill>
              <a:srgbClr val="0066B3"/>
            </a:solidFill>
            <a:prstDash val="solid"/>
          </a:ln>
        </p:spPr>
        <p:txBody>
          <a:bodyPr/>
          <a:lstStyle/>
          <a:p>
            <a:endParaRPr lang="en-US"/>
          </a:p>
        </p:txBody>
      </p:sp>
      <p:sp>
        <p:nvSpPr>
          <p:cNvPr id="19" name="Text 16"/>
          <p:cNvSpPr/>
          <p:nvPr/>
        </p:nvSpPr>
        <p:spPr>
          <a:xfrm>
            <a:off x="8778240" y="3145536"/>
            <a:ext cx="822960" cy="2926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10 MW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Shape 17"/>
          <p:cNvSpPr/>
          <p:nvPr/>
        </p:nvSpPr>
        <p:spPr>
          <a:xfrm>
            <a:off x="10730484" y="2884932"/>
            <a:ext cx="118872" cy="118872"/>
          </a:xfrm>
          <a:prstGeom prst="ellipse">
            <a:avLst/>
          </a:prstGeom>
          <a:solidFill>
            <a:srgbClr val="0066B3"/>
          </a:solidFill>
          <a:ln w="12700">
            <a:solidFill>
              <a:srgbClr val="0066B3"/>
            </a:solidFill>
            <a:prstDash val="solid"/>
          </a:ln>
        </p:spPr>
        <p:txBody>
          <a:bodyPr/>
          <a:lstStyle/>
          <a:p>
            <a:endParaRPr lang="en-US"/>
          </a:p>
        </p:txBody>
      </p:sp>
      <p:sp>
        <p:nvSpPr>
          <p:cNvPr id="21" name="Text 18"/>
          <p:cNvSpPr/>
          <p:nvPr/>
        </p:nvSpPr>
        <p:spPr>
          <a:xfrm>
            <a:off x="10378440" y="3145536"/>
            <a:ext cx="822960" cy="2926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40 MW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Shape 19"/>
          <p:cNvSpPr/>
          <p:nvPr/>
        </p:nvSpPr>
        <p:spPr>
          <a:xfrm>
            <a:off x="2103120" y="2368296"/>
            <a:ext cx="4251960" cy="393192"/>
          </a:xfrm>
          <a:prstGeom prst="rect">
            <a:avLst/>
          </a:prstGeom>
          <a:solidFill>
            <a:srgbClr val="EAF3F9"/>
          </a:solidFill>
          <a:ln w="12700">
            <a:solidFill>
              <a:srgbClr val="EAF3F9"/>
            </a:solidFill>
            <a:prstDash val="solid"/>
          </a:ln>
        </p:spPr>
        <p:txBody>
          <a:bodyPr/>
          <a:lstStyle/>
          <a:p>
            <a:endParaRPr lang="en-US"/>
          </a:p>
        </p:txBody>
      </p:sp>
      <p:sp>
        <p:nvSpPr>
          <p:cNvPr id="23" name="Text 20"/>
          <p:cNvSpPr/>
          <p:nvPr/>
        </p:nvSpPr>
        <p:spPr>
          <a:xfrm>
            <a:off x="2176272" y="2450592"/>
            <a:ext cx="4087368" cy="21945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Main teaching focus: tens to hundreds of kW</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Shape 21"/>
          <p:cNvSpPr/>
          <p:nvPr/>
        </p:nvSpPr>
        <p:spPr>
          <a:xfrm>
            <a:off x="868680" y="3840480"/>
            <a:ext cx="5047488" cy="1554480"/>
          </a:xfrm>
          <a:prstGeom prst="rect">
            <a:avLst/>
          </a:prstGeom>
          <a:solidFill>
            <a:srgbClr val="F2F5F7"/>
          </a:solidFill>
          <a:ln w="12700">
            <a:solidFill>
              <a:srgbClr val="F2F5F7"/>
            </a:solidFill>
            <a:prstDash val="solid"/>
          </a:ln>
        </p:spPr>
        <p:txBody>
          <a:bodyPr/>
          <a:lstStyle/>
          <a:p>
            <a:endParaRPr lang="en-US"/>
          </a:p>
        </p:txBody>
      </p:sp>
      <p:sp>
        <p:nvSpPr>
          <p:cNvPr id="25" name="Shape 22"/>
          <p:cNvSpPr/>
          <p:nvPr/>
        </p:nvSpPr>
        <p:spPr>
          <a:xfrm>
            <a:off x="868680" y="3840480"/>
            <a:ext cx="50292" cy="1554480"/>
          </a:xfrm>
          <a:prstGeom prst="rect">
            <a:avLst/>
          </a:prstGeom>
          <a:solidFill>
            <a:srgbClr val="0066B3"/>
          </a:solidFill>
          <a:ln w="12700">
            <a:solidFill>
              <a:srgbClr val="0066B3"/>
            </a:solidFill>
            <a:prstDash val="solid"/>
          </a:ln>
        </p:spPr>
        <p:txBody>
          <a:bodyPr/>
          <a:lstStyle/>
          <a:p>
            <a:endParaRPr lang="en-US"/>
          </a:p>
        </p:txBody>
      </p:sp>
      <p:sp>
        <p:nvSpPr>
          <p:cNvPr id="26" name="Text 23"/>
          <p:cNvSpPr/>
          <p:nvPr/>
        </p:nvSpPr>
        <p:spPr>
          <a:xfrm>
            <a:off x="1051560" y="3899002"/>
            <a:ext cx="4681728"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Small products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4"/>
          <p:cNvSpPr/>
          <p:nvPr/>
        </p:nvSpPr>
        <p:spPr>
          <a:xfrm>
            <a:off x="1051560" y="4414928"/>
            <a:ext cx="4681728" cy="92333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Tolerances, bearings, seals and conversion losses can dominate the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engineering effort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Shape 25"/>
          <p:cNvSpPr/>
          <p:nvPr/>
        </p:nvSpPr>
        <p:spPr>
          <a:xfrm>
            <a:off x="6263640" y="3840480"/>
            <a:ext cx="5056632" cy="1554480"/>
          </a:xfrm>
          <a:prstGeom prst="rect">
            <a:avLst/>
          </a:prstGeom>
          <a:solidFill>
            <a:srgbClr val="F2F5F7"/>
          </a:solidFill>
          <a:ln w="12700">
            <a:solidFill>
              <a:srgbClr val="F2F5F7"/>
            </a:solidFill>
            <a:prstDash val="solid"/>
          </a:ln>
        </p:spPr>
        <p:txBody>
          <a:bodyPr/>
          <a:lstStyle/>
          <a:p>
            <a:endParaRPr lang="en-US"/>
          </a:p>
        </p:txBody>
      </p:sp>
      <p:sp>
        <p:nvSpPr>
          <p:cNvPr id="29" name="Shape 26"/>
          <p:cNvSpPr/>
          <p:nvPr/>
        </p:nvSpPr>
        <p:spPr>
          <a:xfrm>
            <a:off x="6263640" y="3840480"/>
            <a:ext cx="50292" cy="1554480"/>
          </a:xfrm>
          <a:prstGeom prst="rect">
            <a:avLst/>
          </a:prstGeom>
          <a:solidFill>
            <a:srgbClr val="168A91"/>
          </a:solidFill>
          <a:ln w="12700">
            <a:solidFill>
              <a:srgbClr val="168A91"/>
            </a:solidFill>
            <a:prstDash val="solid"/>
          </a:ln>
        </p:spPr>
        <p:txBody>
          <a:bodyPr/>
          <a:lstStyle/>
          <a:p>
            <a:endParaRPr lang="en-US"/>
          </a:p>
        </p:txBody>
      </p:sp>
      <p:sp>
        <p:nvSpPr>
          <p:cNvPr id="30" name="Text 27"/>
          <p:cNvSpPr/>
          <p:nvPr/>
        </p:nvSpPr>
        <p:spPr>
          <a:xfrm>
            <a:off x="6471666" y="3904482"/>
            <a:ext cx="4690872" cy="33855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168A91"/>
                </a:solidFill>
                <a:effectLst/>
                <a:uLnTx/>
                <a:uFillTx/>
                <a:latin typeface="Arial" pitchFamily="34" charset="0"/>
                <a:ea typeface="Arial" pitchFamily="34" charset="-122"/>
                <a:cs typeface="Arial" pitchFamily="34" charset="-120"/>
              </a:rPr>
              <a:t>Large installations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Text 28"/>
          <p:cNvSpPr/>
          <p:nvPr/>
        </p:nvSpPr>
        <p:spPr>
          <a:xfrm>
            <a:off x="6446520" y="4357333"/>
            <a:ext cx="4873752" cy="92333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Commercial ORC systems extend to tens of MW</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axial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multi-stage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choices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remain relevant</a:t>
            </a: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 typically in geothermal/biomass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32" name="Shape 29"/>
          <p:cNvSpPr/>
          <p:nvPr/>
        </p:nvSpPr>
        <p:spPr>
          <a:xfrm>
            <a:off x="731520" y="5623560"/>
            <a:ext cx="10744200" cy="512064"/>
          </a:xfrm>
          <a:prstGeom prst="rect">
            <a:avLst/>
          </a:prstGeom>
          <a:solidFill>
            <a:srgbClr val="EAF3F9"/>
          </a:solidFill>
          <a:ln w="12700">
            <a:solidFill>
              <a:srgbClr val="EAF3F9"/>
            </a:solidFill>
            <a:prstDash val="solid"/>
          </a:ln>
        </p:spPr>
        <p:txBody>
          <a:bodyPr/>
          <a:lstStyle/>
          <a:p>
            <a:endParaRPr lang="en-US"/>
          </a:p>
        </p:txBody>
      </p:sp>
      <p:sp>
        <p:nvSpPr>
          <p:cNvPr id="33" name="Text 30"/>
          <p:cNvSpPr/>
          <p:nvPr/>
        </p:nvSpPr>
        <p:spPr>
          <a:xfrm>
            <a:off x="896112" y="5767075"/>
            <a:ext cx="10415016" cy="26161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Positive-displacement expanders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are another</a:t>
            </a:r>
            <a:r>
              <a:rPr kumimoji="0" lang="cs-CZ"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 popular</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 </a:t>
            </a: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option at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small power</a:t>
            </a:r>
            <a:r>
              <a:rPr lang="cs-CZ" sz="1700">
                <a:solidFill>
                  <a:srgbClr val="003B66"/>
                </a:solidFill>
                <a:latin typeface="Arial" pitchFamily="34" charset="0"/>
                <a:ea typeface="Arial" pitchFamily="34" charset="-122"/>
                <a:cs typeface="Arial" pitchFamily="34" charset="-120"/>
              </a:rPr>
              <a:t>, especially sub 50 kW.</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177181"/>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BLADE-ROW FUNDAMENTALS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337576"/>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Impulse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or reaction</a:t>
            </a: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where is the static enthalpy drop?</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F12</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1097280" y="4937760"/>
            <a:ext cx="5779008" cy="914"/>
          </a:xfrm>
          <a:prstGeom prst="line">
            <a:avLst/>
          </a:prstGeom>
          <a:noFill/>
          <a:ln w="13970">
            <a:solidFill>
              <a:srgbClr val="576A79"/>
            </a:solidFill>
            <a:prstDash val="solid"/>
            <a:headEnd type="none"/>
            <a:tailEnd type="triangle"/>
          </a:ln>
        </p:spPr>
        <p:txBody>
          <a:bodyPr/>
          <a:lstStyle/>
          <a:p>
            <a:endParaRPr lang="en-US"/>
          </a:p>
        </p:txBody>
      </p:sp>
      <p:sp>
        <p:nvSpPr>
          <p:cNvPr id="10" name="Shape 7"/>
          <p:cNvSpPr/>
          <p:nvPr/>
        </p:nvSpPr>
        <p:spPr>
          <a:xfrm flipV="1">
            <a:off x="1097280" y="2240280"/>
            <a:ext cx="914" cy="2697480"/>
          </a:xfrm>
          <a:prstGeom prst="line">
            <a:avLst/>
          </a:prstGeom>
          <a:noFill/>
          <a:ln w="13970">
            <a:solidFill>
              <a:srgbClr val="576A79"/>
            </a:solidFill>
            <a:prstDash val="solid"/>
            <a:headEnd type="none"/>
            <a:tailEnd type="triangle"/>
          </a:ln>
        </p:spPr>
        <p:txBody>
          <a:bodyPr/>
          <a:lstStyle/>
          <a:p>
            <a:endParaRPr lang="en-US"/>
          </a:p>
        </p:txBody>
      </p:sp>
      <p:sp>
        <p:nvSpPr>
          <p:cNvPr id="11" name="Text 8"/>
          <p:cNvSpPr/>
          <p:nvPr/>
        </p:nvSpPr>
        <p:spPr>
          <a:xfrm>
            <a:off x="1188720" y="2029968"/>
            <a:ext cx="41148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Static pressure (schematic)</a:t>
            </a:r>
            <a:endParaRPr kumimoji="0" lang="en-US"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9"/>
          <p:cNvSpPr/>
          <p:nvPr/>
        </p:nvSpPr>
        <p:spPr>
          <a:xfrm>
            <a:off x="3886200" y="2331720"/>
            <a:ext cx="914" cy="2606040"/>
          </a:xfrm>
          <a:prstGeom prst="line">
            <a:avLst/>
          </a:prstGeom>
          <a:noFill/>
          <a:ln w="12700">
            <a:solidFill>
              <a:srgbClr val="C9D6DF"/>
            </a:solidFill>
            <a:prstDash val="dash"/>
            <a:headEnd type="none"/>
            <a:tailEnd type="none"/>
          </a:ln>
        </p:spPr>
        <p:txBody>
          <a:bodyPr/>
          <a:lstStyle/>
          <a:p>
            <a:endParaRPr lang="en-US"/>
          </a:p>
        </p:txBody>
      </p:sp>
      <p:sp>
        <p:nvSpPr>
          <p:cNvPr id="13" name="Shape 10"/>
          <p:cNvSpPr/>
          <p:nvPr/>
        </p:nvSpPr>
        <p:spPr>
          <a:xfrm>
            <a:off x="1325880" y="2651760"/>
            <a:ext cx="2423160" cy="1874520"/>
          </a:xfrm>
          <a:prstGeom prst="line">
            <a:avLst/>
          </a:prstGeom>
          <a:noFill/>
          <a:ln w="38100">
            <a:solidFill>
              <a:srgbClr val="0066B3"/>
            </a:solidFill>
            <a:prstDash val="solid"/>
            <a:headEnd type="none"/>
            <a:tailEnd type="none"/>
          </a:ln>
        </p:spPr>
        <p:txBody>
          <a:bodyPr/>
          <a:lstStyle/>
          <a:p>
            <a:endParaRPr lang="en-US"/>
          </a:p>
        </p:txBody>
      </p:sp>
      <p:sp>
        <p:nvSpPr>
          <p:cNvPr id="14" name="Shape 11"/>
          <p:cNvSpPr/>
          <p:nvPr/>
        </p:nvSpPr>
        <p:spPr>
          <a:xfrm>
            <a:off x="3749040" y="4526280"/>
            <a:ext cx="2788920" cy="914"/>
          </a:xfrm>
          <a:prstGeom prst="line">
            <a:avLst/>
          </a:prstGeom>
          <a:noFill/>
          <a:ln w="38100">
            <a:solidFill>
              <a:srgbClr val="0066B3"/>
            </a:solidFill>
            <a:prstDash val="solid"/>
            <a:headEnd type="none"/>
            <a:tailEnd type="none"/>
          </a:ln>
        </p:spPr>
        <p:txBody>
          <a:bodyPr/>
          <a:lstStyle/>
          <a:p>
            <a:endParaRPr lang="en-US"/>
          </a:p>
        </p:txBody>
      </p:sp>
      <p:sp>
        <p:nvSpPr>
          <p:cNvPr id="15" name="Shape 12"/>
          <p:cNvSpPr/>
          <p:nvPr/>
        </p:nvSpPr>
        <p:spPr>
          <a:xfrm>
            <a:off x="1325880" y="2651760"/>
            <a:ext cx="2423160" cy="868680"/>
          </a:xfrm>
          <a:prstGeom prst="line">
            <a:avLst/>
          </a:prstGeom>
          <a:noFill/>
          <a:ln w="38100">
            <a:solidFill>
              <a:srgbClr val="168A91"/>
            </a:solidFill>
            <a:prstDash val="solid"/>
            <a:headEnd type="none"/>
            <a:tailEnd type="none"/>
          </a:ln>
        </p:spPr>
        <p:txBody>
          <a:bodyPr/>
          <a:lstStyle/>
          <a:p>
            <a:endParaRPr lang="en-US"/>
          </a:p>
        </p:txBody>
      </p:sp>
      <p:sp>
        <p:nvSpPr>
          <p:cNvPr id="16" name="Shape 13"/>
          <p:cNvSpPr/>
          <p:nvPr/>
        </p:nvSpPr>
        <p:spPr>
          <a:xfrm>
            <a:off x="3749040" y="3520440"/>
            <a:ext cx="2788920" cy="1005840"/>
          </a:xfrm>
          <a:prstGeom prst="line">
            <a:avLst/>
          </a:prstGeom>
          <a:noFill/>
          <a:ln w="38100">
            <a:solidFill>
              <a:srgbClr val="168A91"/>
            </a:solidFill>
            <a:prstDash val="solid"/>
            <a:headEnd type="none"/>
            <a:tailEnd type="none"/>
          </a:ln>
        </p:spPr>
        <p:txBody>
          <a:bodyPr/>
          <a:lstStyle/>
          <a:p>
            <a:endParaRPr lang="en-US"/>
          </a:p>
        </p:txBody>
      </p:sp>
      <p:sp>
        <p:nvSpPr>
          <p:cNvPr id="17" name="Text 14"/>
          <p:cNvSpPr/>
          <p:nvPr/>
        </p:nvSpPr>
        <p:spPr>
          <a:xfrm>
            <a:off x="1828800" y="5084064"/>
            <a:ext cx="16459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Stator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 15"/>
          <p:cNvSpPr/>
          <p:nvPr/>
        </p:nvSpPr>
        <p:spPr>
          <a:xfrm>
            <a:off x="4572000" y="5084064"/>
            <a:ext cx="16459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Rotor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6"/>
          <p:cNvSpPr/>
          <p:nvPr/>
        </p:nvSpPr>
        <p:spPr>
          <a:xfrm>
            <a:off x="4846320" y="4206240"/>
            <a:ext cx="20116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Impulse limit</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7"/>
          <p:cNvSpPr/>
          <p:nvPr/>
        </p:nvSpPr>
        <p:spPr>
          <a:xfrm>
            <a:off x="4544568" y="3502152"/>
            <a:ext cx="18288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Reaction</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8"/>
          <p:cNvSpPr/>
          <p:nvPr/>
        </p:nvSpPr>
        <p:spPr>
          <a:xfrm>
            <a:off x="7360920" y="2311646"/>
            <a:ext cx="3977640" cy="3693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Impulse</a:t>
            </a:r>
            <a:r>
              <a:rPr kumimoji="0" lang="cs-CZ" sz="24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 stage</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Text 19"/>
          <p:cNvSpPr/>
          <p:nvPr/>
        </p:nvSpPr>
        <p:spPr>
          <a:xfrm>
            <a:off x="7368871" y="2987256"/>
            <a:ext cx="4398144"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Most expansion occurs in the stator; the rotor mainly turns the jet.</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0"/>
          <p:cNvSpPr/>
          <p:nvPr/>
        </p:nvSpPr>
        <p:spPr>
          <a:xfrm>
            <a:off x="7360920" y="3902702"/>
            <a:ext cx="3977640" cy="3693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68A91"/>
                </a:solidFill>
                <a:effectLst/>
                <a:uLnTx/>
                <a:uFillTx/>
                <a:latin typeface="Arial" pitchFamily="34" charset="0"/>
                <a:ea typeface="Arial" pitchFamily="34" charset="-122"/>
                <a:cs typeface="Arial" pitchFamily="34" charset="-120"/>
              </a:rPr>
              <a:t>Reaction</a:t>
            </a:r>
            <a:r>
              <a:rPr kumimoji="0" lang="cs-CZ" sz="2400" b="1" i="0" u="none" strike="noStrike" kern="1200" cap="none" spc="0" normalizeH="0" baseline="0" noProof="0">
                <a:ln>
                  <a:noFill/>
                </a:ln>
                <a:solidFill>
                  <a:srgbClr val="168A91"/>
                </a:solidFill>
                <a:effectLst/>
                <a:uLnTx/>
                <a:uFillTx/>
                <a:latin typeface="Arial" pitchFamily="34" charset="0"/>
                <a:ea typeface="Arial" pitchFamily="34" charset="-122"/>
                <a:cs typeface="Arial" pitchFamily="34" charset="-120"/>
              </a:rPr>
              <a:t> stage</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 21"/>
          <p:cNvSpPr/>
          <p:nvPr/>
        </p:nvSpPr>
        <p:spPr>
          <a:xfrm>
            <a:off x="7360920" y="4398264"/>
            <a:ext cx="3977640" cy="80467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Part of the static enthalpy drop occurs inside the rotor.</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766357" y="-62246"/>
            <a:ext cx="10510059" cy="1165225"/>
          </a:xfrm>
        </p:spPr>
        <p:txBody>
          <a:bodyPr/>
          <a:lstStyle/>
          <a:p>
            <a:r>
              <a:rPr lang="cs-CZ" b="1"/>
              <a:t>Impulse or reaction?</a:t>
            </a:r>
            <a:endParaRPr lang="en-US" b="1" dirty="0"/>
          </a:p>
        </p:txBody>
      </p:sp>
      <p:sp>
        <p:nvSpPr>
          <p:cNvPr id="3" name="Zástupný symbol pro obsah 2"/>
          <p:cNvSpPr>
            <a:spLocks noGrp="1"/>
          </p:cNvSpPr>
          <p:nvPr>
            <p:ph idx="1"/>
          </p:nvPr>
        </p:nvSpPr>
        <p:spPr>
          <a:xfrm>
            <a:off x="766357" y="1532713"/>
            <a:ext cx="11093359" cy="4964723"/>
          </a:xfrm>
        </p:spPr>
        <p:txBody>
          <a:bodyPr>
            <a:normAutofit/>
          </a:bodyPr>
          <a:lstStyle/>
          <a:p>
            <a:endParaRPr lang="en-US" sz="2000" dirty="0"/>
          </a:p>
          <a:p>
            <a:endParaRPr lang="en-US" b="1" dirty="0"/>
          </a:p>
        </p:txBody>
      </p:sp>
      <p:pic>
        <p:nvPicPr>
          <p:cNvPr id="5" name="Picture 4"/>
          <p:cNvPicPr>
            <a:picLocks noChangeAspect="1"/>
          </p:cNvPicPr>
          <p:nvPr/>
        </p:nvPicPr>
        <p:blipFill>
          <a:blip r:embed="rId2"/>
          <a:srcRect b="8166"/>
          <a:stretch>
            <a:fillRect/>
          </a:stretch>
        </p:blipFill>
        <p:spPr>
          <a:xfrm>
            <a:off x="2674621" y="1415761"/>
            <a:ext cx="6377940" cy="5081675"/>
          </a:xfrm>
          <a:prstGeom prst="rect">
            <a:avLst/>
          </a:prstGeom>
        </p:spPr>
      </p:pic>
      <p:pic>
        <p:nvPicPr>
          <p:cNvPr id="6" name="Image 0" descr="/mnt/data/orc_fundamentals_work/assets/uceeb_logo_blue.jpeg">
            <a:extLst>
              <a:ext uri="{FF2B5EF4-FFF2-40B4-BE49-F238E27FC236}">
                <a16:creationId xmlns:a16="http://schemas.microsoft.com/office/drawing/2014/main" id="{BAA4ED05-2B95-ECB8-F00F-A068965D7FF0}"/>
              </a:ext>
            </a:extLst>
          </p:cNvPr>
          <p:cNvPicPr>
            <a:picLocks noChangeAspect="1"/>
          </p:cNvPicPr>
          <p:nvPr/>
        </p:nvPicPr>
        <p:blipFill>
          <a:blip r:embed="rId3"/>
          <a:stretch>
            <a:fillRect/>
          </a:stretch>
        </p:blipFill>
        <p:spPr>
          <a:xfrm>
            <a:off x="356616" y="177181"/>
            <a:ext cx="3063240" cy="925798"/>
          </a:xfrm>
          <a:prstGeom prst="rect">
            <a:avLst/>
          </a:prstGeom>
        </p:spPr>
      </p:pic>
    </p:spTree>
    <p:extLst>
      <p:ext uri="{BB962C8B-B14F-4D97-AF65-F5344CB8AC3E}">
        <p14:creationId xmlns:p14="http://schemas.microsoft.com/office/powerpoint/2010/main" val="2859343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a:xfrm>
            <a:off x="3656571" y="230678"/>
            <a:ext cx="11163819" cy="1260475"/>
          </a:xfrm>
        </p:spPr>
        <p:txBody>
          <a:bodyPr/>
          <a:lstStyle/>
          <a:p>
            <a:r>
              <a:rPr lang="de-DE">
                <a:solidFill>
                  <a:schemeClr val="tx1"/>
                </a:solidFill>
              </a:rPr>
              <a:t>Why </a:t>
            </a:r>
            <a:r>
              <a:rPr lang="de-DE" dirty="0">
                <a:solidFill>
                  <a:schemeClr val="tx1"/>
                </a:solidFill>
              </a:rPr>
              <a:t>a simple axial </a:t>
            </a:r>
            <a:r>
              <a:rPr lang="de-DE" err="1">
                <a:solidFill>
                  <a:schemeClr val="tx1"/>
                </a:solidFill>
              </a:rPr>
              <a:t>impulse</a:t>
            </a:r>
            <a:r>
              <a:rPr lang="de-DE">
                <a:solidFill>
                  <a:schemeClr val="tx1"/>
                </a:solidFill>
              </a:rPr>
              <a:t> turbine</a:t>
            </a:r>
            <a:r>
              <a:rPr lang="cs-CZ">
                <a:solidFill>
                  <a:schemeClr val="tx1"/>
                </a:solidFill>
              </a:rPr>
              <a:t> for small scale?</a:t>
            </a:r>
            <a:br>
              <a:rPr lang="de-DE" dirty="0">
                <a:solidFill>
                  <a:schemeClr val="tx1"/>
                </a:solidFill>
              </a:rPr>
            </a:br>
            <a:r>
              <a:rPr lang="de-DE" b="1" dirty="0">
                <a:solidFill>
                  <a:schemeClr val="tx1"/>
                </a:solidFill>
              </a:rPr>
              <a:t>Impulse</a:t>
            </a:r>
            <a:r>
              <a:rPr lang="de-DE" dirty="0">
                <a:solidFill>
                  <a:schemeClr val="tx1"/>
                </a:solidFill>
              </a:rPr>
              <a:t> versus </a:t>
            </a:r>
            <a:r>
              <a:rPr lang="de-DE" b="1" dirty="0" err="1">
                <a:solidFill>
                  <a:schemeClr val="tx1"/>
                </a:solidFill>
              </a:rPr>
              <a:t>Reaction</a:t>
            </a:r>
            <a:r>
              <a:rPr lang="de-DE" dirty="0">
                <a:solidFill>
                  <a:schemeClr val="tx1"/>
                </a:solidFill>
              </a:rPr>
              <a:t> Stage</a:t>
            </a:r>
            <a:br>
              <a:rPr lang="de-DE" dirty="0">
                <a:solidFill>
                  <a:schemeClr val="tx1"/>
                </a:solidFill>
              </a:rPr>
            </a:br>
            <a:r>
              <a:rPr lang="de-DE" dirty="0">
                <a:solidFill>
                  <a:schemeClr val="tx1"/>
                </a:solidFill>
              </a:rPr>
              <a:t> </a:t>
            </a:r>
          </a:p>
        </p:txBody>
      </p:sp>
      <p:pic>
        <p:nvPicPr>
          <p:cNvPr id="1026" name="Picture 2" descr="D:\Eigene Dateien\arbeit\KWK\asme_orc2015_paper\Imp_vs_reac.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800" y="1496641"/>
            <a:ext cx="5175313" cy="39802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9" name="Rechteck 8"/>
              <p:cNvSpPr/>
              <p:nvPr/>
            </p:nvSpPr>
            <p:spPr>
              <a:xfrm>
                <a:off x="363381" y="5618102"/>
                <a:ext cx="3037075" cy="39741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1800" b="0" i="1" u="none" strike="noStrike" kern="1200" cap="none" spc="0" normalizeH="0" baseline="0" noProof="0">
                              <a:ln>
                                <a:noFill/>
                              </a:ln>
                              <a:solidFill>
                                <a:prstClr val="black"/>
                              </a:solidFill>
                              <a:effectLst/>
                              <a:uLnTx/>
                              <a:uFillTx/>
                              <a:latin typeface="Cambria Math"/>
                              <a:ea typeface="Cambria Math"/>
                              <a:cs typeface="+mn-cs"/>
                            </a:rPr>
                          </m:ctrlPr>
                        </m:sSubPr>
                        <m:e>
                          <m:r>
                            <a:rPr kumimoji="0" lang="de-DE" sz="1800" b="0" i="1" u="none" strike="noStrike" kern="1200" cap="none" spc="0" normalizeH="0" baseline="0" noProof="0">
                              <a:ln>
                                <a:noFill/>
                              </a:ln>
                              <a:solidFill>
                                <a:prstClr val="black"/>
                              </a:solidFill>
                              <a:effectLst/>
                              <a:uLnTx/>
                              <a:uFillTx/>
                              <a:latin typeface="Cambria Math"/>
                              <a:ea typeface="Cambria Math"/>
                              <a:cs typeface="+mn-cs"/>
                            </a:rPr>
                            <m:t>∆</m:t>
                          </m:r>
                          <m:r>
                            <a:rPr kumimoji="0" lang="en-US" sz="1800" b="0" i="1" u="none" strike="noStrike" kern="1200" cap="none" spc="0" normalizeH="0" baseline="0" noProof="0">
                              <a:ln>
                                <a:noFill/>
                              </a:ln>
                              <a:solidFill>
                                <a:prstClr val="black"/>
                              </a:solidFill>
                              <a:effectLst/>
                              <a:uLnTx/>
                              <a:uFillTx/>
                              <a:latin typeface="Cambria Math"/>
                              <a:ea typeface="+mn-ea"/>
                              <a:cs typeface="+mn-cs"/>
                            </a:rPr>
                            <m:t>ℎ</m:t>
                          </m:r>
                        </m:e>
                        <m:sub>
                          <m:r>
                            <a:rPr kumimoji="0" lang="en-US" sz="1800" b="0" i="1" u="none" strike="noStrike" kern="1200" cap="none" spc="0" normalizeH="0" baseline="0" noProof="0">
                              <a:ln>
                                <a:noFill/>
                              </a:ln>
                              <a:solidFill>
                                <a:prstClr val="black"/>
                              </a:solidFill>
                              <a:effectLst/>
                              <a:uLnTx/>
                              <a:uFillTx/>
                              <a:latin typeface="Cambria Math"/>
                              <a:ea typeface="+mn-ea"/>
                              <a:cs typeface="+mn-cs"/>
                            </a:rPr>
                            <m:t>𝑏𝑙𝑎𝑑𝑖𝑛𝑔</m:t>
                          </m:r>
                          <m:r>
                            <a:rPr kumimoji="0" lang="en-US" sz="1800" b="0" i="1" u="none" strike="noStrike" kern="1200" cap="none" spc="0" normalizeH="0" baseline="0" noProof="0">
                              <a:ln>
                                <a:noFill/>
                              </a:ln>
                              <a:solidFill>
                                <a:prstClr val="black"/>
                              </a:solidFill>
                              <a:effectLst/>
                              <a:uLnTx/>
                              <a:uFillTx/>
                              <a:latin typeface="Cambria Math"/>
                              <a:ea typeface="+mn-ea"/>
                              <a:cs typeface="+mn-cs"/>
                            </a:rPr>
                            <m:t>,</m:t>
                          </m:r>
                          <m:r>
                            <a:rPr kumimoji="0" lang="en-US" sz="1800" b="0" i="1" u="none" strike="noStrike" kern="1200" cap="none" spc="0" normalizeH="0" baseline="0" noProof="0">
                              <a:ln>
                                <a:noFill/>
                              </a:ln>
                              <a:solidFill>
                                <a:prstClr val="black"/>
                              </a:solidFill>
                              <a:effectLst/>
                              <a:uLnTx/>
                              <a:uFillTx/>
                              <a:latin typeface="Cambria Math"/>
                              <a:ea typeface="+mn-ea"/>
                              <a:cs typeface="+mn-cs"/>
                            </a:rPr>
                            <m:t>𝑖𝑚𝑝𝑢𝑙𝑠𝑒</m:t>
                          </m:r>
                        </m:sub>
                      </m:sSub>
                      <m:r>
                        <a:rPr kumimoji="0" lang="en-US" sz="1800" b="0" i="1" u="none" strike="noStrike" kern="1200" cap="none" spc="0" normalizeH="0" baseline="0" noProof="0">
                          <a:ln>
                            <a:noFill/>
                          </a:ln>
                          <a:solidFill>
                            <a:prstClr val="black"/>
                          </a:solidFill>
                          <a:effectLst/>
                          <a:uLnTx/>
                          <a:uFillTx/>
                          <a:latin typeface="Cambria Math"/>
                          <a:ea typeface="+mn-ea"/>
                          <a:cs typeface="+mn-cs"/>
                        </a:rPr>
                        <m:t>=2∗</m:t>
                      </m:r>
                      <m:sSup>
                        <m:sSup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𝑢</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oMath>
                  </m:oMathPara>
                </a14:m>
                <a:endParaRPr kumimoji="0" lang="de-DE" sz="1800" b="0" i="0" u="none" strike="noStrike" kern="1200" cap="none" spc="0" normalizeH="0" baseline="0" noProof="0" dirty="0">
                  <a:ln>
                    <a:noFill/>
                  </a:ln>
                  <a:solidFill>
                    <a:prstClr val="black"/>
                  </a:solidFill>
                  <a:effectLst/>
                  <a:uLnTx/>
                  <a:uFillTx/>
                  <a:latin typeface="Technika"/>
                  <a:ea typeface="+mn-ea"/>
                  <a:cs typeface="+mn-cs"/>
                </a:endParaRPr>
              </a:p>
            </p:txBody>
          </p:sp>
        </mc:Choice>
        <mc:Fallback>
          <p:sp>
            <p:nvSpPr>
              <p:cNvPr id="9" name="Rechteck 8"/>
              <p:cNvSpPr>
                <a:spLocks noRot="1" noChangeAspect="1" noMove="1" noResize="1" noEditPoints="1" noAdjustHandles="1" noChangeArrowheads="1" noChangeShapeType="1" noTextEdit="1"/>
              </p:cNvSpPr>
              <p:nvPr/>
            </p:nvSpPr>
            <p:spPr>
              <a:xfrm>
                <a:off x="363381" y="5618102"/>
                <a:ext cx="3037075" cy="397416"/>
              </a:xfrm>
              <a:prstGeom prst="rect">
                <a:avLst/>
              </a:prstGeom>
              <a:blipFill>
                <a:blip r:embed="rId4"/>
                <a:stretch>
                  <a:fillRect b="-92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hteck 9"/>
              <p:cNvSpPr/>
              <p:nvPr/>
            </p:nvSpPr>
            <p:spPr>
              <a:xfrm>
                <a:off x="3656571" y="5482360"/>
                <a:ext cx="2093137" cy="66890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de-DE" sz="1800" b="0" i="1" u="none" strike="noStrike" kern="1200" cap="none" spc="0" normalizeH="0" baseline="0" noProof="0">
                              <a:ln>
                                <a:noFill/>
                              </a:ln>
                              <a:solidFill>
                                <a:prstClr val="black"/>
                              </a:solidFill>
                              <a:effectLst/>
                              <a:uLnTx/>
                              <a:uFillTx/>
                              <a:latin typeface="Cambria Math"/>
                              <a:ea typeface="Cambria Math"/>
                              <a:cs typeface="+mn-cs"/>
                            </a:rPr>
                          </m:ctrlPr>
                        </m:sSubPr>
                        <m:e>
                          <m:r>
                            <a:rPr kumimoji="0" lang="de-DE" sz="1800" b="0" i="1" u="none" strike="noStrike" kern="1200" cap="none" spc="0" normalizeH="0" baseline="0" noProof="0">
                              <a:ln>
                                <a:noFill/>
                              </a:ln>
                              <a:solidFill>
                                <a:prstClr val="black"/>
                              </a:solidFill>
                              <a:effectLst/>
                              <a:uLnTx/>
                              <a:uFillTx/>
                              <a:latin typeface="Cambria Math"/>
                              <a:ea typeface="Cambria Math"/>
                              <a:cs typeface="+mn-cs"/>
                            </a:rPr>
                            <m:t>∆</m:t>
                          </m:r>
                          <m:r>
                            <a:rPr kumimoji="0" lang="en-US" sz="1800" b="0" i="1" u="none" strike="noStrike" kern="1200" cap="none" spc="0" normalizeH="0" baseline="0" noProof="0">
                              <a:ln>
                                <a:noFill/>
                              </a:ln>
                              <a:solidFill>
                                <a:prstClr val="black"/>
                              </a:solidFill>
                              <a:effectLst/>
                              <a:uLnTx/>
                              <a:uFillTx/>
                              <a:latin typeface="Cambria Math"/>
                              <a:ea typeface="+mn-ea"/>
                              <a:cs typeface="+mn-cs"/>
                            </a:rPr>
                            <m:t>ℎ</m:t>
                          </m:r>
                        </m:e>
                        <m:sub>
                          <m:r>
                            <a:rPr kumimoji="0" lang="en-US" sz="1800" b="0" i="1" u="none" strike="noStrike" kern="1200" cap="none" spc="0" normalizeH="0" baseline="0" noProof="0">
                              <a:ln>
                                <a:noFill/>
                              </a:ln>
                              <a:solidFill>
                                <a:prstClr val="black"/>
                              </a:solidFill>
                              <a:effectLst/>
                              <a:uLnTx/>
                              <a:uFillTx/>
                              <a:latin typeface="Cambria Math"/>
                              <a:ea typeface="+mn-ea"/>
                              <a:cs typeface="+mn-cs"/>
                            </a:rPr>
                            <m:t>𝑏𝑙𝑎𝑑𝑖𝑛𝑔</m:t>
                          </m:r>
                          <m:r>
                            <a:rPr kumimoji="0" lang="en-US" sz="1800" b="0" i="1" u="none" strike="noStrike" kern="1200" cap="none" spc="0" normalizeH="0" baseline="0" noProof="0">
                              <a:ln>
                                <a:noFill/>
                              </a:ln>
                              <a:solidFill>
                                <a:prstClr val="black"/>
                              </a:solidFill>
                              <a:effectLst/>
                              <a:uLnTx/>
                              <a:uFillTx/>
                              <a:latin typeface="Cambria Math"/>
                              <a:ea typeface="+mn-ea"/>
                              <a:cs typeface="+mn-cs"/>
                            </a:rPr>
                            <m:t>,</m:t>
                          </m:r>
                          <m:r>
                            <a:rPr kumimoji="0" lang="en-US" sz="1800" b="0" i="1" u="none" strike="noStrike" kern="1200" cap="none" spc="0" normalizeH="0" baseline="0" noProof="0">
                              <a:ln>
                                <a:noFill/>
                              </a:ln>
                              <a:solidFill>
                                <a:prstClr val="black"/>
                              </a:solidFill>
                              <a:effectLst/>
                              <a:uLnTx/>
                              <a:uFillTx/>
                              <a:latin typeface="Cambria Math"/>
                              <a:ea typeface="+mn-ea"/>
                              <a:cs typeface="+mn-cs"/>
                            </a:rPr>
                            <m:t>𝑟𝑒𝑎𝑐𝑡𝑖𝑜𝑛</m:t>
                          </m:r>
                        </m:sub>
                      </m:sSub>
                      <m:r>
                        <a:rPr kumimoji="0" lang="en-US" sz="18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de-DE" sz="1800" b="0" i="1" u="none" strike="noStrike" kern="1200" cap="none" spc="0" normalizeH="0" baseline="0" noProof="0" dirty="0">
                  <a:ln>
                    <a:noFill/>
                  </a:ln>
                  <a:solidFill>
                    <a:prstClr val="black"/>
                  </a:solidFill>
                  <a:effectLst/>
                  <a:uLnTx/>
                  <a:uFillTx/>
                  <a:latin typeface="Technika"/>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kumimoji="0" lang="en-US" sz="1800" b="0" i="1" u="none" strike="noStrike" kern="1200" cap="none" spc="0" normalizeH="0" baseline="0" noProof="0">
                          <a:ln>
                            <a:noFill/>
                          </a:ln>
                          <a:solidFill>
                            <a:prstClr val="black"/>
                          </a:solidFill>
                          <a:effectLst/>
                          <a:uLnTx/>
                          <a:uFillTx/>
                          <a:latin typeface="Cambria Math"/>
                          <a:ea typeface="+mn-ea"/>
                          <a:cs typeface="+mn-cs"/>
                        </a:rPr>
                        <m:t>1∗</m:t>
                      </m:r>
                      <m:sSup>
                        <m:sSup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𝑢</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oMath>
                  </m:oMathPara>
                </a14:m>
                <a:endParaRPr kumimoji="0" lang="de-DE" sz="1800" b="0" i="0" u="none" strike="noStrike" kern="1200" cap="none" spc="0" normalizeH="0" baseline="0" noProof="0" dirty="0">
                  <a:ln>
                    <a:noFill/>
                  </a:ln>
                  <a:solidFill>
                    <a:prstClr val="black"/>
                  </a:solidFill>
                  <a:effectLst/>
                  <a:uLnTx/>
                  <a:uFillTx/>
                  <a:latin typeface="Technika"/>
                  <a:ea typeface="+mn-ea"/>
                  <a:cs typeface="+mn-cs"/>
                </a:endParaRPr>
              </a:p>
            </p:txBody>
          </p:sp>
        </mc:Choice>
        <mc:Fallback>
          <p:sp>
            <p:nvSpPr>
              <p:cNvPr id="10" name="Rechteck 9"/>
              <p:cNvSpPr>
                <a:spLocks noRot="1" noChangeAspect="1" noMove="1" noResize="1" noEditPoints="1" noAdjustHandles="1" noChangeArrowheads="1" noChangeShapeType="1" noTextEdit="1"/>
              </p:cNvSpPr>
              <p:nvPr/>
            </p:nvSpPr>
            <p:spPr>
              <a:xfrm>
                <a:off x="3656571" y="5482360"/>
                <a:ext cx="2093137" cy="66890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hteck 10"/>
              <p:cNvSpPr/>
              <p:nvPr/>
            </p:nvSpPr>
            <p:spPr>
              <a:xfrm>
                <a:off x="6872142" y="2915477"/>
                <a:ext cx="2755178" cy="66460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a:ea typeface="+mn-ea"/>
                              <a:cs typeface="+mn-cs"/>
                            </a:rPr>
                            <m:t>𝑢</m:t>
                          </m:r>
                        </m:e>
                        <m:sub>
                          <m:r>
                            <a:rPr kumimoji="0" lang="en-US" sz="1800" b="0" i="1" u="none" strike="noStrike" kern="1200" cap="none" spc="0" normalizeH="0" baseline="0" noProof="0">
                              <a:ln>
                                <a:noFill/>
                              </a:ln>
                              <a:solidFill>
                                <a:prstClr val="black"/>
                              </a:solidFill>
                              <a:effectLst/>
                              <a:uLnTx/>
                              <a:uFillTx/>
                              <a:latin typeface="Cambria Math"/>
                              <a:ea typeface="+mn-ea"/>
                              <a:cs typeface="+mn-cs"/>
                            </a:rPr>
                            <m:t>𝑜𝑝𝑡</m:t>
                          </m:r>
                          <m:r>
                            <a:rPr kumimoji="0" lang="en-US" sz="1800" b="0" i="1" u="none" strike="noStrike" kern="1200" cap="none" spc="0" normalizeH="0" baseline="0" noProof="0">
                              <a:ln>
                                <a:noFill/>
                              </a:ln>
                              <a:solidFill>
                                <a:prstClr val="black"/>
                              </a:solidFill>
                              <a:effectLst/>
                              <a:uLnTx/>
                              <a:uFillTx/>
                              <a:latin typeface="Cambria Math"/>
                              <a:ea typeface="+mn-ea"/>
                              <a:cs typeface="+mn-cs"/>
                            </a:rPr>
                            <m:t>,</m:t>
                          </m:r>
                          <m:r>
                            <a:rPr kumimoji="0" lang="en-US" sz="1800" b="0" i="1" u="none" strike="noStrike" kern="1200" cap="none" spc="0" normalizeH="0" baseline="0" noProof="0">
                              <a:ln>
                                <a:noFill/>
                              </a:ln>
                              <a:solidFill>
                                <a:prstClr val="black"/>
                              </a:solidFill>
                              <a:effectLst/>
                              <a:uLnTx/>
                              <a:uFillTx/>
                              <a:latin typeface="Cambria Math"/>
                              <a:ea typeface="+mn-ea"/>
                              <a:cs typeface="+mn-cs"/>
                            </a:rPr>
                            <m:t>𝑖𝑚𝑝𝑢𝑙𝑠𝑒</m:t>
                          </m:r>
                        </m:sub>
                      </m:sSub>
                      <m:r>
                        <a:rPr kumimoji="0" lang="en-US" sz="1800" b="0" i="1" u="none" strike="noStrike" kern="1200" cap="none" spc="0" normalizeH="0" baseline="0" noProof="0">
                          <a:ln>
                            <a:noFill/>
                          </a:ln>
                          <a:solidFill>
                            <a:prstClr val="black"/>
                          </a:solidFill>
                          <a:effectLst/>
                          <a:uLnTx/>
                          <a:uFillTx/>
                          <a:latin typeface="Cambria Math"/>
                          <a:ea typeface="+mn-ea"/>
                          <a:cs typeface="+mn-cs"/>
                        </a:rPr>
                        <m:t>=</m:t>
                      </m:r>
                      <m:f>
                        <m:f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fPr>
                        <m:num>
                          <m:r>
                            <a:rPr kumimoji="0" lang="en-US" sz="1800" b="0" i="1" u="none" strike="noStrike" kern="1200" cap="none" spc="0" normalizeH="0" baseline="0" noProof="0">
                              <a:ln>
                                <a:noFill/>
                              </a:ln>
                              <a:solidFill>
                                <a:prstClr val="black"/>
                              </a:solidFill>
                              <a:effectLst/>
                              <a:uLnTx/>
                              <a:uFillTx/>
                              <a:latin typeface="Cambria Math"/>
                              <a:ea typeface="+mn-ea"/>
                              <a:cs typeface="+mn-cs"/>
                            </a:rPr>
                            <m:t>1</m:t>
                          </m:r>
                        </m:num>
                        <m:den>
                          <m:rad>
                            <m:radPr>
                              <m:degHide m:val="on"/>
                              <m:ctrlPr>
                                <a:rPr kumimoji="0" lang="de-DE"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a:ln>
                                    <a:noFill/>
                                  </a:ln>
                                  <a:solidFill>
                                    <a:prstClr val="black"/>
                                  </a:solidFill>
                                  <a:effectLst/>
                                  <a:uLnTx/>
                                  <a:uFillTx/>
                                  <a:latin typeface="Cambria Math"/>
                                  <a:ea typeface="+mn-ea"/>
                                  <a:cs typeface="+mn-cs"/>
                                </a:rPr>
                                <m:t>2</m:t>
                              </m:r>
                            </m:e>
                          </m:rad>
                        </m:den>
                      </m:f>
                      <m:r>
                        <a:rPr kumimoji="0" lang="en-US" sz="1800" b="0" i="1" u="none" strike="noStrike" kern="1200" cap="none" spc="0" normalizeH="0" baseline="0" noProof="0">
                          <a:ln>
                            <a:noFill/>
                          </a:ln>
                          <a:solidFill>
                            <a:prstClr val="black"/>
                          </a:solidFill>
                          <a:effectLst/>
                          <a:uLnTx/>
                          <a:uFillTx/>
                          <a:latin typeface="Cambria Math"/>
                          <a:ea typeface="+mn-ea"/>
                          <a:cs typeface="+mn-cs"/>
                        </a:rPr>
                        <m:t>∗</m:t>
                      </m:r>
                      <m:rad>
                        <m:radPr>
                          <m:degHide m:val="on"/>
                          <m:ctrlPr>
                            <a:rPr kumimoji="0" lang="de-DE"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a:ln>
                                <a:noFill/>
                              </a:ln>
                              <a:solidFill>
                                <a:prstClr val="black"/>
                              </a:solidFill>
                              <a:effectLst/>
                              <a:uLnTx/>
                              <a:uFillTx/>
                              <a:latin typeface="Cambria Math"/>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a:ea typeface="+mn-ea"/>
                                  <a:cs typeface="+mn-cs"/>
                                </a:rPr>
                                <m:t>ℎ</m:t>
                              </m:r>
                            </m:e>
                            <m:sub>
                              <m:r>
                                <a:rPr kumimoji="0" lang="en-US" sz="1800" b="0" i="1" u="none" strike="noStrike" kern="1200" cap="none" spc="0" normalizeH="0" baseline="0" noProof="0">
                                  <a:ln>
                                    <a:noFill/>
                                  </a:ln>
                                  <a:solidFill>
                                    <a:prstClr val="black"/>
                                  </a:solidFill>
                                  <a:effectLst/>
                                  <a:uLnTx/>
                                  <a:uFillTx/>
                                  <a:latin typeface="Cambria Math"/>
                                  <a:ea typeface="+mn-ea"/>
                                  <a:cs typeface="+mn-cs"/>
                                </a:rPr>
                                <m:t>𝑖𝑠</m:t>
                              </m:r>
                            </m:sub>
                          </m:sSub>
                        </m:e>
                      </m:rad>
                    </m:oMath>
                  </m:oMathPara>
                </a14:m>
                <a:endParaRPr kumimoji="0" lang="de-DE" sz="1800" b="0" i="0" u="none" strike="noStrike" kern="1200" cap="none" spc="0" normalizeH="0" baseline="0" noProof="0" dirty="0">
                  <a:ln>
                    <a:noFill/>
                  </a:ln>
                  <a:solidFill>
                    <a:prstClr val="black"/>
                  </a:solidFill>
                  <a:effectLst/>
                  <a:uLnTx/>
                  <a:uFillTx/>
                  <a:latin typeface="Technika"/>
                  <a:ea typeface="+mn-ea"/>
                  <a:cs typeface="+mn-cs"/>
                </a:endParaRPr>
              </a:p>
            </p:txBody>
          </p:sp>
        </mc:Choice>
        <mc:Fallback>
          <p:sp>
            <p:nvSpPr>
              <p:cNvPr id="11" name="Rechteck 10"/>
              <p:cNvSpPr>
                <a:spLocks noRot="1" noChangeAspect="1" noMove="1" noResize="1" noEditPoints="1" noAdjustHandles="1" noChangeArrowheads="1" noChangeShapeType="1" noTextEdit="1"/>
              </p:cNvSpPr>
              <p:nvPr/>
            </p:nvSpPr>
            <p:spPr>
              <a:xfrm>
                <a:off x="6872142" y="2915477"/>
                <a:ext cx="2755178" cy="66460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Rechteck 11"/>
              <p:cNvSpPr/>
              <p:nvPr/>
            </p:nvSpPr>
            <p:spPr>
              <a:xfrm>
                <a:off x="6892658" y="3866660"/>
                <a:ext cx="2651110" cy="435247"/>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a:ea typeface="+mn-ea"/>
                              <a:cs typeface="+mn-cs"/>
                            </a:rPr>
                            <m:t>𝑢</m:t>
                          </m:r>
                        </m:e>
                        <m:sub>
                          <m:r>
                            <a:rPr kumimoji="0" lang="en-US" sz="1800" b="0" i="1" u="none" strike="noStrike" kern="1200" cap="none" spc="0" normalizeH="0" baseline="0" noProof="0">
                              <a:ln>
                                <a:noFill/>
                              </a:ln>
                              <a:solidFill>
                                <a:prstClr val="black"/>
                              </a:solidFill>
                              <a:effectLst/>
                              <a:uLnTx/>
                              <a:uFillTx/>
                              <a:latin typeface="Cambria Math"/>
                              <a:ea typeface="+mn-ea"/>
                              <a:cs typeface="+mn-cs"/>
                            </a:rPr>
                            <m:t>𝑜𝑝𝑡</m:t>
                          </m:r>
                          <m:r>
                            <a:rPr kumimoji="0" lang="en-US" sz="1800" b="0" i="1" u="none" strike="noStrike" kern="1200" cap="none" spc="0" normalizeH="0" baseline="0" noProof="0">
                              <a:ln>
                                <a:noFill/>
                              </a:ln>
                              <a:solidFill>
                                <a:prstClr val="black"/>
                              </a:solidFill>
                              <a:effectLst/>
                              <a:uLnTx/>
                              <a:uFillTx/>
                              <a:latin typeface="Cambria Math"/>
                              <a:ea typeface="+mn-ea"/>
                              <a:cs typeface="+mn-cs"/>
                            </a:rPr>
                            <m:t>,</m:t>
                          </m:r>
                          <m:r>
                            <a:rPr kumimoji="0" lang="en-US" sz="1800" b="0" i="1" u="none" strike="noStrike" kern="1200" cap="none" spc="0" normalizeH="0" baseline="0" noProof="0">
                              <a:ln>
                                <a:noFill/>
                              </a:ln>
                              <a:solidFill>
                                <a:prstClr val="black"/>
                              </a:solidFill>
                              <a:effectLst/>
                              <a:uLnTx/>
                              <a:uFillTx/>
                              <a:latin typeface="Cambria Math"/>
                              <a:ea typeface="+mn-ea"/>
                              <a:cs typeface="+mn-cs"/>
                            </a:rPr>
                            <m:t>𝑟𝑒𝑎𝑐𝑡𝑖𝑜𝑛</m:t>
                          </m:r>
                        </m:sub>
                      </m:sSub>
                      <m:r>
                        <a:rPr kumimoji="0" lang="en-US" sz="1800" b="0" i="1" u="none" strike="noStrike" kern="1200" cap="none" spc="0" normalizeH="0" baseline="0" noProof="0">
                          <a:ln>
                            <a:noFill/>
                          </a:ln>
                          <a:solidFill>
                            <a:prstClr val="black"/>
                          </a:solidFill>
                          <a:effectLst/>
                          <a:uLnTx/>
                          <a:uFillTx/>
                          <a:latin typeface="Cambria Math"/>
                          <a:ea typeface="+mn-ea"/>
                          <a:cs typeface="+mn-cs"/>
                        </a:rPr>
                        <m:t>=1∗</m:t>
                      </m:r>
                      <m:rad>
                        <m:radPr>
                          <m:degHide m:val="on"/>
                          <m:ctrlPr>
                            <a:rPr kumimoji="0" lang="de-DE"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a:ln>
                                <a:noFill/>
                              </a:ln>
                              <a:solidFill>
                                <a:prstClr val="black"/>
                              </a:solidFill>
                              <a:effectLst/>
                              <a:uLnTx/>
                              <a:uFillTx/>
                              <a:latin typeface="Cambria Math"/>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a:ea typeface="+mn-ea"/>
                                  <a:cs typeface="+mn-cs"/>
                                </a:rPr>
                                <m:t>ℎ</m:t>
                              </m:r>
                            </m:e>
                            <m:sub>
                              <m:r>
                                <a:rPr kumimoji="0" lang="en-US" sz="1800" b="0" i="1" u="none" strike="noStrike" kern="1200" cap="none" spc="0" normalizeH="0" baseline="0" noProof="0">
                                  <a:ln>
                                    <a:noFill/>
                                  </a:ln>
                                  <a:solidFill>
                                    <a:prstClr val="black"/>
                                  </a:solidFill>
                                  <a:effectLst/>
                                  <a:uLnTx/>
                                  <a:uFillTx/>
                                  <a:latin typeface="Cambria Math"/>
                                  <a:ea typeface="+mn-ea"/>
                                  <a:cs typeface="+mn-cs"/>
                                </a:rPr>
                                <m:t>𝑖𝑠</m:t>
                              </m:r>
                            </m:sub>
                          </m:sSub>
                        </m:e>
                      </m:rad>
                    </m:oMath>
                  </m:oMathPara>
                </a14:m>
                <a:endParaRPr kumimoji="0" lang="de-DE" sz="1800" b="0" i="0" u="none" strike="noStrike" kern="1200" cap="none" spc="0" normalizeH="0" baseline="0" noProof="0" dirty="0">
                  <a:ln>
                    <a:noFill/>
                  </a:ln>
                  <a:solidFill>
                    <a:prstClr val="black"/>
                  </a:solidFill>
                  <a:effectLst/>
                  <a:uLnTx/>
                  <a:uFillTx/>
                  <a:latin typeface="Technika"/>
                  <a:ea typeface="+mn-ea"/>
                  <a:cs typeface="+mn-cs"/>
                </a:endParaRPr>
              </a:p>
            </p:txBody>
          </p:sp>
        </mc:Choice>
        <mc:Fallback>
          <p:sp>
            <p:nvSpPr>
              <p:cNvPr id="12" name="Rechteck 11"/>
              <p:cNvSpPr>
                <a:spLocks noRot="1" noChangeAspect="1" noMove="1" noResize="1" noEditPoints="1" noAdjustHandles="1" noChangeArrowheads="1" noChangeShapeType="1" noTextEdit="1"/>
              </p:cNvSpPr>
              <p:nvPr/>
            </p:nvSpPr>
            <p:spPr>
              <a:xfrm>
                <a:off x="6892658" y="3866660"/>
                <a:ext cx="2651110" cy="435247"/>
              </a:xfrm>
              <a:prstGeom prst="rect">
                <a:avLst/>
              </a:prstGeom>
              <a:blipFill>
                <a:blip r:embed="rId7"/>
                <a:stretch>
                  <a:fillRect b="-41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Rechteck 12"/>
              <p:cNvSpPr/>
              <p:nvPr/>
            </p:nvSpPr>
            <p:spPr>
              <a:xfrm>
                <a:off x="6902183" y="4849844"/>
                <a:ext cx="2912272" cy="396327"/>
              </a:xfrm>
              <a:prstGeom prst="rect">
                <a:avLst/>
              </a:prstGeom>
              <a:solidFill>
                <a:srgbClr val="F29400"/>
              </a:solid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Technika"/>
                    <a:ea typeface="+mn-ea"/>
                    <a:cs typeface="+mn-cs"/>
                  </a:rPr>
                  <a:t>u</a:t>
                </a:r>
                <a:r>
                  <a:rPr kumimoji="0" lang="en-US" sz="1800" b="0" i="0" u="none" strike="noStrike" kern="1200" cap="none" spc="0" normalizeH="0" baseline="-25000" noProof="0" dirty="0" err="1">
                    <a:ln>
                      <a:noFill/>
                    </a:ln>
                    <a:solidFill>
                      <a:prstClr val="black"/>
                    </a:solidFill>
                    <a:effectLst/>
                    <a:uLnTx/>
                    <a:uFillTx/>
                    <a:latin typeface="Technika"/>
                    <a:ea typeface="+mn-ea"/>
                    <a:cs typeface="+mn-cs"/>
                  </a:rPr>
                  <a:t>opt,impulse</a:t>
                </a:r>
                <a:r>
                  <a:rPr kumimoji="0" lang="en-US" sz="1800" b="0" i="0" u="none" strike="noStrike" kern="1200" cap="none" spc="0" normalizeH="0" baseline="-25000" noProof="0" dirty="0">
                    <a:ln>
                      <a:noFill/>
                    </a:ln>
                    <a:solidFill>
                      <a:prstClr val="black"/>
                    </a:solidFill>
                    <a:effectLst/>
                    <a:uLnTx/>
                    <a:uFillTx/>
                    <a:latin typeface="Technika"/>
                    <a:ea typeface="+mn-ea"/>
                    <a:cs typeface="+mn-cs"/>
                  </a:rPr>
                  <a:t> </a:t>
                </a:r>
                <a:r>
                  <a:rPr kumimoji="0" lang="en-US" sz="1800" b="0" i="0" u="none" strike="noStrike" kern="1200" cap="none" spc="0" normalizeH="0" baseline="0" noProof="0" dirty="0">
                    <a:ln>
                      <a:noFill/>
                    </a:ln>
                    <a:solidFill>
                      <a:prstClr val="black"/>
                    </a:solidFill>
                    <a:effectLst/>
                    <a:uLnTx/>
                    <a:uFillTx/>
                    <a:latin typeface="Technika"/>
                    <a:ea typeface="+mn-ea"/>
                    <a:cs typeface="+mn-cs"/>
                  </a:rPr>
                  <a:t>= </a:t>
                </a:r>
                <a:r>
                  <a:rPr kumimoji="0" lang="en-US" sz="1800" b="0" i="0" u="none" strike="noStrike" kern="1200" cap="none" spc="0" normalizeH="0" baseline="0" noProof="0" dirty="0" err="1">
                    <a:ln>
                      <a:noFill/>
                    </a:ln>
                    <a:solidFill>
                      <a:prstClr val="black"/>
                    </a:solidFill>
                    <a:effectLst/>
                    <a:uLnTx/>
                    <a:uFillTx/>
                    <a:latin typeface="Technika"/>
                    <a:ea typeface="+mn-ea"/>
                    <a:cs typeface="+mn-cs"/>
                  </a:rPr>
                  <a:t>u</a:t>
                </a:r>
                <a:r>
                  <a:rPr kumimoji="0" lang="en-US" sz="1800" b="0" i="0" u="none" strike="noStrike" kern="1200" cap="none" spc="0" normalizeH="0" baseline="-25000" noProof="0" dirty="0" err="1">
                    <a:ln>
                      <a:noFill/>
                    </a:ln>
                    <a:solidFill>
                      <a:prstClr val="black"/>
                    </a:solidFill>
                    <a:effectLst/>
                    <a:uLnTx/>
                    <a:uFillTx/>
                    <a:latin typeface="Technika"/>
                    <a:ea typeface="+mn-ea"/>
                    <a:cs typeface="+mn-cs"/>
                  </a:rPr>
                  <a:t>opt,reaction</a:t>
                </a:r>
                <a:r>
                  <a:rPr kumimoji="0" lang="en-US" sz="1800" b="0" i="0" u="none" strike="noStrike" kern="1200" cap="none" spc="0" normalizeH="0" baseline="0" noProof="0" dirty="0">
                    <a:ln>
                      <a:noFill/>
                    </a:ln>
                    <a:solidFill>
                      <a:prstClr val="black"/>
                    </a:solidFill>
                    <a:effectLst/>
                    <a:uLnTx/>
                    <a:uFillTx/>
                    <a:latin typeface="Technika"/>
                    <a:ea typeface="+mn-ea"/>
                    <a:cs typeface="+mn-cs"/>
                  </a:rPr>
                  <a:t> /</a:t>
                </a:r>
                <a14:m>
                  <m:oMath xmlns:m="http://schemas.openxmlformats.org/officeDocument/2006/math">
                    <m:rad>
                      <m:radPr>
                        <m:degHide m:val="on"/>
                        <m:ctrlPr>
                          <a:rPr kumimoji="0" lang="de-DE"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a:ln>
                              <a:noFill/>
                            </a:ln>
                            <a:solidFill>
                              <a:prstClr val="black"/>
                            </a:solidFill>
                            <a:effectLst/>
                            <a:uLnTx/>
                            <a:uFillTx/>
                            <a:latin typeface="Cambria Math"/>
                            <a:ea typeface="+mn-ea"/>
                            <a:cs typeface="+mn-cs"/>
                          </a:rPr>
                          <m:t>2</m:t>
                        </m:r>
                      </m:e>
                    </m:rad>
                  </m:oMath>
                </a14:m>
                <a:endParaRPr kumimoji="0" lang="de-DE" sz="1800" b="0" i="0" u="none" strike="noStrike" kern="1200" cap="none" spc="0" normalizeH="0" baseline="0" noProof="0" dirty="0">
                  <a:ln>
                    <a:noFill/>
                  </a:ln>
                  <a:solidFill>
                    <a:prstClr val="black"/>
                  </a:solidFill>
                  <a:effectLst/>
                  <a:uLnTx/>
                  <a:uFillTx/>
                  <a:latin typeface="Technika"/>
                  <a:ea typeface="+mn-ea"/>
                  <a:cs typeface="+mn-cs"/>
                </a:endParaRPr>
              </a:p>
            </p:txBody>
          </p:sp>
        </mc:Choice>
        <mc:Fallback>
          <p:sp>
            <p:nvSpPr>
              <p:cNvPr id="13" name="Rechteck 12"/>
              <p:cNvSpPr>
                <a:spLocks noRot="1" noChangeAspect="1" noMove="1" noResize="1" noEditPoints="1" noAdjustHandles="1" noChangeArrowheads="1" noChangeShapeType="1" noTextEdit="1"/>
              </p:cNvSpPr>
              <p:nvPr/>
            </p:nvSpPr>
            <p:spPr>
              <a:xfrm>
                <a:off x="6902183" y="4849844"/>
                <a:ext cx="2912272" cy="396327"/>
              </a:xfrm>
              <a:prstGeom prst="rect">
                <a:avLst/>
              </a:prstGeom>
              <a:blipFill>
                <a:blip r:embed="rId8"/>
                <a:stretch>
                  <a:fillRect l="-1674" t="-1538" b="-246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feld 14"/>
              <p:cNvSpPr txBox="1"/>
              <p:nvPr/>
            </p:nvSpPr>
            <p:spPr>
              <a:xfrm>
                <a:off x="6846360" y="2017257"/>
                <a:ext cx="2845523" cy="39190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de-DE" sz="1800" b="0" i="1" u="none" strike="noStrike" kern="1200" cap="none" spc="0" normalizeH="0" baseline="0" noProof="0">
                        <a:ln>
                          <a:noFill/>
                        </a:ln>
                        <a:solidFill>
                          <a:prstClr val="black"/>
                        </a:solidFill>
                        <a:effectLst/>
                        <a:uLnTx/>
                        <a:uFillTx/>
                        <a:latin typeface="Cambria Math"/>
                        <a:ea typeface="Cambria Math"/>
                        <a:cs typeface="+mn-cs"/>
                      </a:rPr>
                      <m:t>∆</m:t>
                    </m:r>
                    <m:sSub>
                      <m:sSubPr>
                        <m:ctrlPr>
                          <a:rPr kumimoji="0" lang="de-DE" sz="1800" b="0" i="1" u="none" strike="noStrike" kern="1200" cap="none" spc="0" normalizeH="0" baseline="0" noProof="0">
                            <a:ln>
                              <a:noFill/>
                            </a:ln>
                            <a:solidFill>
                              <a:prstClr val="black"/>
                            </a:solidFill>
                            <a:effectLst/>
                            <a:uLnTx/>
                            <a:uFillTx/>
                            <a:latin typeface="Cambria Math"/>
                            <a:ea typeface="+mn-ea"/>
                            <a:cs typeface="+mn-cs"/>
                          </a:rPr>
                        </m:ctrlPr>
                      </m:sSubPr>
                      <m:e>
                        <m:r>
                          <a:rPr kumimoji="0" lang="de-DE" sz="1800" b="0" i="1" u="none" strike="noStrike" kern="1200" cap="none" spc="0" normalizeH="0" baseline="0" noProof="0">
                            <a:ln>
                              <a:noFill/>
                            </a:ln>
                            <a:solidFill>
                              <a:prstClr val="black"/>
                            </a:solidFill>
                            <a:effectLst/>
                            <a:uLnTx/>
                            <a:uFillTx/>
                            <a:latin typeface="Cambria Math"/>
                            <a:ea typeface="+mn-ea"/>
                            <a:cs typeface="+mn-cs"/>
                          </a:rPr>
                          <m:t>ℎ</m:t>
                        </m:r>
                      </m:e>
                      <m:sub>
                        <m:r>
                          <a:rPr kumimoji="0" lang="de-DE" sz="1800" b="0" i="1" u="none" strike="noStrike" kern="1200" cap="none" spc="0" normalizeH="0" baseline="0" noProof="0">
                            <a:ln>
                              <a:noFill/>
                            </a:ln>
                            <a:solidFill>
                              <a:prstClr val="black"/>
                            </a:solidFill>
                            <a:effectLst/>
                            <a:uLnTx/>
                            <a:uFillTx/>
                            <a:latin typeface="Cambria Math"/>
                            <a:ea typeface="+mn-ea"/>
                            <a:cs typeface="+mn-cs"/>
                          </a:rPr>
                          <m:t>𝐵𝑙𝑎𝑑𝑖𝑛𝑔</m:t>
                        </m:r>
                        <m:r>
                          <a:rPr kumimoji="0" lang="de-DE" sz="1800" b="0" i="1" u="none" strike="noStrike" kern="1200" cap="none" spc="0" normalizeH="0" baseline="0" noProof="0">
                            <a:ln>
                              <a:noFill/>
                            </a:ln>
                            <a:solidFill>
                              <a:prstClr val="black"/>
                            </a:solidFill>
                            <a:effectLst/>
                            <a:uLnTx/>
                            <a:uFillTx/>
                            <a:latin typeface="Cambria Math"/>
                            <a:ea typeface="+mn-ea"/>
                            <a:cs typeface="+mn-cs"/>
                          </a:rPr>
                          <m:t> </m:t>
                        </m:r>
                      </m:sub>
                    </m:sSub>
                  </m:oMath>
                </a14:m>
                <a:r>
                  <a:rPr kumimoji="0" lang="de-DE" sz="1800" b="0" i="0" u="none" strike="noStrike" kern="1200" cap="none" spc="0" normalizeH="0" baseline="0" noProof="0" dirty="0">
                    <a:ln>
                      <a:noFill/>
                    </a:ln>
                    <a:solidFill>
                      <a:prstClr val="black"/>
                    </a:solidFill>
                    <a:effectLst/>
                    <a:uLnTx/>
                    <a:uFillTx/>
                    <a:latin typeface="Technika"/>
                    <a:ea typeface="+mn-ea"/>
                    <a:cs typeface="+mn-cs"/>
                  </a:rPr>
                  <a:t>= </a:t>
                </a:r>
                <a14:m>
                  <m:oMath xmlns:m="http://schemas.openxmlformats.org/officeDocument/2006/math">
                    <m:sSub>
                      <m:sSubPr>
                        <m:ctrlPr>
                          <a:rPr kumimoji="0" lang="de-DE" sz="1800" b="0" i="1" u="none" strike="noStrike" kern="1200" cap="none" spc="0" normalizeH="0" baseline="0" noProof="0" dirty="0">
                            <a:ln>
                              <a:noFill/>
                            </a:ln>
                            <a:solidFill>
                              <a:prstClr val="black"/>
                            </a:solidFill>
                            <a:effectLst/>
                            <a:uLnTx/>
                            <a:uFillTx/>
                            <a:latin typeface="Cambria Math"/>
                            <a:ea typeface="+mn-ea"/>
                            <a:cs typeface="+mn-cs"/>
                          </a:rPr>
                        </m:ctrlPr>
                      </m:sSubPr>
                      <m:e>
                        <m:r>
                          <a:rPr kumimoji="0" lang="de-DE" sz="1800" b="0" i="1" u="none" strike="noStrike" kern="1200" cap="none" spc="0" normalizeH="0" baseline="0" noProof="0" dirty="0">
                            <a:ln>
                              <a:noFill/>
                            </a:ln>
                            <a:solidFill>
                              <a:prstClr val="black"/>
                            </a:solidFill>
                            <a:effectLst/>
                            <a:uLnTx/>
                            <a:uFillTx/>
                            <a:latin typeface="Cambria Math"/>
                            <a:ea typeface="+mn-ea"/>
                            <a:cs typeface="+mn-cs"/>
                          </a:rPr>
                          <m:t>𝑐</m:t>
                        </m:r>
                      </m:e>
                      <m:sub>
                        <m:r>
                          <a:rPr kumimoji="0" lang="de-DE" sz="1800" b="0" i="1" u="none" strike="noStrike" kern="1200" cap="none" spc="0" normalizeH="0" baseline="0" noProof="0" dirty="0">
                            <a:ln>
                              <a:noFill/>
                            </a:ln>
                            <a:solidFill>
                              <a:prstClr val="black"/>
                            </a:solidFill>
                            <a:effectLst/>
                            <a:uLnTx/>
                            <a:uFillTx/>
                            <a:latin typeface="Cambria Math"/>
                            <a:ea typeface="+mn-ea"/>
                            <a:cs typeface="+mn-cs"/>
                          </a:rPr>
                          <m:t>𝑢</m:t>
                        </m:r>
                        <m:r>
                          <a:rPr kumimoji="0" lang="de-DE" sz="1800" b="0" i="1" u="none" strike="noStrike" kern="1200" cap="none" spc="0" normalizeH="0" baseline="0" noProof="0" dirty="0">
                            <a:ln>
                              <a:noFill/>
                            </a:ln>
                            <a:solidFill>
                              <a:prstClr val="black"/>
                            </a:solidFill>
                            <a:effectLst/>
                            <a:uLnTx/>
                            <a:uFillTx/>
                            <a:latin typeface="Cambria Math"/>
                            <a:ea typeface="+mn-ea"/>
                            <a:cs typeface="+mn-cs"/>
                          </a:rPr>
                          <m:t>1</m:t>
                        </m:r>
                      </m:sub>
                    </m:sSub>
                  </m:oMath>
                </a14:m>
                <a:r>
                  <a:rPr kumimoji="0" lang="de-DE" sz="1800" b="0" i="0" u="none" strike="noStrike" kern="1200" cap="none" spc="0" normalizeH="0" baseline="0" noProof="0" dirty="0">
                    <a:ln>
                      <a:noFill/>
                    </a:ln>
                    <a:solidFill>
                      <a:prstClr val="black"/>
                    </a:solidFill>
                    <a:effectLst/>
                    <a:uLnTx/>
                    <a:uFillTx/>
                    <a:latin typeface="Technika"/>
                    <a:ea typeface="+mn-ea"/>
                    <a:cs typeface="+mn-cs"/>
                  </a:rPr>
                  <a:t>*</a:t>
                </a:r>
                <a14:m>
                  <m:oMath xmlns:m="http://schemas.openxmlformats.org/officeDocument/2006/math">
                    <m:sSub>
                      <m:sSubPr>
                        <m:ctrlPr>
                          <a:rPr kumimoji="0" lang="de-DE" sz="1800" b="0" i="1" u="none" strike="noStrike" kern="1200" cap="none" spc="0" normalizeH="0" baseline="0" noProof="0" dirty="0">
                            <a:ln>
                              <a:noFill/>
                            </a:ln>
                            <a:solidFill>
                              <a:prstClr val="black"/>
                            </a:solidFill>
                            <a:effectLst/>
                            <a:uLnTx/>
                            <a:uFillTx/>
                            <a:latin typeface="Cambria Math"/>
                            <a:ea typeface="+mn-ea"/>
                            <a:cs typeface="+mn-cs"/>
                          </a:rPr>
                        </m:ctrlPr>
                      </m:sSubPr>
                      <m:e>
                        <m:r>
                          <a:rPr kumimoji="0" lang="de-DE" sz="1800" b="0" i="1" u="none" strike="noStrike" kern="1200" cap="none" spc="0" normalizeH="0" baseline="0" noProof="0" dirty="0">
                            <a:ln>
                              <a:noFill/>
                            </a:ln>
                            <a:solidFill>
                              <a:prstClr val="black"/>
                            </a:solidFill>
                            <a:effectLst/>
                            <a:uLnTx/>
                            <a:uFillTx/>
                            <a:latin typeface="Cambria Math"/>
                            <a:ea typeface="+mn-ea"/>
                            <a:cs typeface="+mn-cs"/>
                          </a:rPr>
                          <m:t>𝑢</m:t>
                        </m:r>
                      </m:e>
                      <m:sub>
                        <m:r>
                          <a:rPr kumimoji="0" lang="de-DE" sz="1800" b="0" i="1" u="none" strike="noStrike" kern="1200" cap="none" spc="0" normalizeH="0" baseline="0" noProof="0" dirty="0">
                            <a:ln>
                              <a:noFill/>
                            </a:ln>
                            <a:solidFill>
                              <a:prstClr val="black"/>
                            </a:solidFill>
                            <a:effectLst/>
                            <a:uLnTx/>
                            <a:uFillTx/>
                            <a:latin typeface="Cambria Math"/>
                            <a:ea typeface="+mn-ea"/>
                            <a:cs typeface="+mn-cs"/>
                          </a:rPr>
                          <m:t>1</m:t>
                        </m:r>
                      </m:sub>
                    </m:sSub>
                  </m:oMath>
                </a14:m>
                <a:r>
                  <a:rPr kumimoji="0" lang="de-DE" sz="1800" b="0" i="0" u="none" strike="noStrike" kern="1200" cap="none" spc="0" normalizeH="0" baseline="0" noProof="0" dirty="0">
                    <a:ln>
                      <a:noFill/>
                    </a:ln>
                    <a:solidFill>
                      <a:prstClr val="black"/>
                    </a:solidFill>
                    <a:effectLst/>
                    <a:uLnTx/>
                    <a:uFillTx/>
                    <a:latin typeface="Technika"/>
                    <a:ea typeface="+mn-ea"/>
                    <a:cs typeface="+mn-cs"/>
                  </a:rPr>
                  <a:t>-</a:t>
                </a:r>
                <a14:m>
                  <m:oMath xmlns:m="http://schemas.openxmlformats.org/officeDocument/2006/math">
                    <m:sSub>
                      <m:sSubPr>
                        <m:ctrlPr>
                          <a:rPr kumimoji="0" lang="de-DE" sz="1800" b="0" i="1" u="none" strike="noStrike" kern="1200" cap="none" spc="0" normalizeH="0" baseline="0" noProof="0" dirty="0">
                            <a:ln>
                              <a:noFill/>
                            </a:ln>
                            <a:solidFill>
                              <a:prstClr val="black"/>
                            </a:solidFill>
                            <a:effectLst/>
                            <a:uLnTx/>
                            <a:uFillTx/>
                            <a:latin typeface="Cambria Math"/>
                            <a:ea typeface="+mn-ea"/>
                            <a:cs typeface="+mn-cs"/>
                          </a:rPr>
                        </m:ctrlPr>
                      </m:sSubPr>
                      <m:e>
                        <m:r>
                          <a:rPr kumimoji="0" lang="de-DE" sz="1800" b="0" i="1" u="none" strike="noStrike" kern="1200" cap="none" spc="0" normalizeH="0" baseline="0" noProof="0" dirty="0">
                            <a:ln>
                              <a:noFill/>
                            </a:ln>
                            <a:solidFill>
                              <a:prstClr val="black"/>
                            </a:solidFill>
                            <a:effectLst/>
                            <a:uLnTx/>
                            <a:uFillTx/>
                            <a:latin typeface="Cambria Math"/>
                            <a:ea typeface="+mn-ea"/>
                            <a:cs typeface="+mn-cs"/>
                          </a:rPr>
                          <m:t>𝑐</m:t>
                        </m:r>
                      </m:e>
                      <m:sub>
                        <m:r>
                          <a:rPr kumimoji="0" lang="de-DE" sz="1800" b="0" i="1" u="none" strike="noStrike" kern="1200" cap="none" spc="0" normalizeH="0" baseline="0" noProof="0" dirty="0">
                            <a:ln>
                              <a:noFill/>
                            </a:ln>
                            <a:solidFill>
                              <a:prstClr val="black"/>
                            </a:solidFill>
                            <a:effectLst/>
                            <a:uLnTx/>
                            <a:uFillTx/>
                            <a:latin typeface="Cambria Math"/>
                            <a:ea typeface="+mn-ea"/>
                            <a:cs typeface="+mn-cs"/>
                          </a:rPr>
                          <m:t>𝑢</m:t>
                        </m:r>
                        <m:r>
                          <a:rPr kumimoji="0" lang="de-DE" sz="1800" b="0" i="1" u="none" strike="noStrike" kern="1200" cap="none" spc="0" normalizeH="0" baseline="0" noProof="0" dirty="0">
                            <a:ln>
                              <a:noFill/>
                            </a:ln>
                            <a:solidFill>
                              <a:prstClr val="black"/>
                            </a:solidFill>
                            <a:effectLst/>
                            <a:uLnTx/>
                            <a:uFillTx/>
                            <a:latin typeface="Cambria Math"/>
                            <a:ea typeface="+mn-ea"/>
                            <a:cs typeface="+mn-cs"/>
                          </a:rPr>
                          <m:t>2</m:t>
                        </m:r>
                      </m:sub>
                    </m:sSub>
                  </m:oMath>
                </a14:m>
                <a:r>
                  <a:rPr kumimoji="0" lang="de-DE" sz="1800" b="0" i="0" u="none" strike="noStrike" kern="1200" cap="none" spc="0" normalizeH="0" baseline="0" noProof="0" dirty="0">
                    <a:ln>
                      <a:noFill/>
                    </a:ln>
                    <a:solidFill>
                      <a:prstClr val="black"/>
                    </a:solidFill>
                    <a:effectLst/>
                    <a:uLnTx/>
                    <a:uFillTx/>
                    <a:latin typeface="Technika"/>
                    <a:ea typeface="+mn-ea"/>
                    <a:cs typeface="+mn-cs"/>
                  </a:rPr>
                  <a:t>*</a:t>
                </a:r>
                <a14:m>
                  <m:oMath xmlns:m="http://schemas.openxmlformats.org/officeDocument/2006/math">
                    <m:sSub>
                      <m:sSubPr>
                        <m:ctrlPr>
                          <a:rPr kumimoji="0" lang="de-DE" sz="1800" b="0" i="1" u="none" strike="noStrike" kern="1200" cap="none" spc="0" normalizeH="0" baseline="0" noProof="0" dirty="0">
                            <a:ln>
                              <a:noFill/>
                            </a:ln>
                            <a:solidFill>
                              <a:prstClr val="black"/>
                            </a:solidFill>
                            <a:effectLst/>
                            <a:uLnTx/>
                            <a:uFillTx/>
                            <a:latin typeface="Cambria Math"/>
                            <a:ea typeface="+mn-ea"/>
                            <a:cs typeface="+mn-cs"/>
                          </a:rPr>
                        </m:ctrlPr>
                      </m:sSubPr>
                      <m:e>
                        <m:r>
                          <a:rPr kumimoji="0" lang="de-DE" sz="1800" b="0" i="1" u="none" strike="noStrike" kern="1200" cap="none" spc="0" normalizeH="0" baseline="0" noProof="0" dirty="0">
                            <a:ln>
                              <a:noFill/>
                            </a:ln>
                            <a:solidFill>
                              <a:prstClr val="black"/>
                            </a:solidFill>
                            <a:effectLst/>
                            <a:uLnTx/>
                            <a:uFillTx/>
                            <a:latin typeface="Cambria Math"/>
                            <a:ea typeface="+mn-ea"/>
                            <a:cs typeface="+mn-cs"/>
                          </a:rPr>
                          <m:t>𝑢</m:t>
                        </m:r>
                      </m:e>
                      <m:sub>
                        <m:r>
                          <a:rPr kumimoji="0" lang="de-DE" sz="1800" b="0" i="1" u="none" strike="noStrike" kern="1200" cap="none" spc="0" normalizeH="0" baseline="0" noProof="0" dirty="0">
                            <a:ln>
                              <a:noFill/>
                            </a:ln>
                            <a:solidFill>
                              <a:prstClr val="black"/>
                            </a:solidFill>
                            <a:effectLst/>
                            <a:uLnTx/>
                            <a:uFillTx/>
                            <a:latin typeface="Cambria Math"/>
                            <a:ea typeface="+mn-ea"/>
                            <a:cs typeface="+mn-cs"/>
                          </a:rPr>
                          <m:t>2</m:t>
                        </m:r>
                      </m:sub>
                    </m:sSub>
                  </m:oMath>
                </a14:m>
                <a:endParaRPr kumimoji="0" lang="de-DE" sz="1800" b="0" i="0" u="none" strike="noStrike" kern="1200" cap="none" spc="0" normalizeH="0" baseline="0" noProof="0" dirty="0">
                  <a:ln>
                    <a:noFill/>
                  </a:ln>
                  <a:solidFill>
                    <a:prstClr val="black"/>
                  </a:solidFill>
                  <a:effectLst/>
                  <a:uLnTx/>
                  <a:uFillTx/>
                  <a:latin typeface="Technika"/>
                  <a:ea typeface="+mn-ea"/>
                  <a:cs typeface="+mn-cs"/>
                </a:endParaRPr>
              </a:p>
            </p:txBody>
          </p:sp>
        </mc:Choice>
        <mc:Fallback>
          <p:sp>
            <p:nvSpPr>
              <p:cNvPr id="15" name="Textfeld 14"/>
              <p:cNvSpPr txBox="1">
                <a:spLocks noRot="1" noChangeAspect="1" noMove="1" noResize="1" noEditPoints="1" noAdjustHandles="1" noChangeArrowheads="1" noChangeShapeType="1" noTextEdit="1"/>
              </p:cNvSpPr>
              <p:nvPr/>
            </p:nvSpPr>
            <p:spPr>
              <a:xfrm>
                <a:off x="6846360" y="2017257"/>
                <a:ext cx="2845523" cy="391902"/>
              </a:xfrm>
              <a:prstGeom prst="rect">
                <a:avLst/>
              </a:prstGeom>
              <a:blipFill>
                <a:blip r:embed="rId9"/>
                <a:stretch>
                  <a:fillRect t="-7813" b="-20313"/>
                </a:stretch>
              </a:blipFill>
            </p:spPr>
            <p:txBody>
              <a:bodyPr/>
              <a:lstStyle/>
              <a:p>
                <a:r>
                  <a:rPr lang="en-US">
                    <a:noFill/>
                  </a:rPr>
                  <a:t> </a:t>
                </a:r>
              </a:p>
            </p:txBody>
          </p:sp>
        </mc:Fallback>
      </mc:AlternateContent>
      <p:pic>
        <p:nvPicPr>
          <p:cNvPr id="16" name="Image 0" descr="/mnt/data/orc_fundamentals_work/assets/uceeb_logo_blue.jpeg">
            <a:extLst>
              <a:ext uri="{FF2B5EF4-FFF2-40B4-BE49-F238E27FC236}">
                <a16:creationId xmlns:a16="http://schemas.microsoft.com/office/drawing/2014/main" id="{0E4838F7-349E-7152-02DA-ADC8E8C3FE6D}"/>
              </a:ext>
            </a:extLst>
          </p:cNvPr>
          <p:cNvPicPr>
            <a:picLocks noChangeAspect="1"/>
          </p:cNvPicPr>
          <p:nvPr/>
        </p:nvPicPr>
        <p:blipFill>
          <a:blip r:embed="rId10"/>
          <a:stretch>
            <a:fillRect/>
          </a:stretch>
        </p:blipFill>
        <p:spPr>
          <a:xfrm>
            <a:off x="356616" y="177181"/>
            <a:ext cx="3063240" cy="925798"/>
          </a:xfrm>
          <a:prstGeom prst="rect">
            <a:avLst/>
          </a:prstGeom>
        </p:spPr>
      </p:pic>
    </p:spTree>
    <p:extLst>
      <p:ext uri="{BB962C8B-B14F-4D97-AF65-F5344CB8AC3E}">
        <p14:creationId xmlns:p14="http://schemas.microsoft.com/office/powerpoint/2010/main" val="3832991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BLADE-ROW FUNDAMENTALS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734809" y="1548802"/>
            <a:ext cx="11002797"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Velocity </a:t>
            </a:r>
            <a:r>
              <a:rPr kumimoji="0" lang="en-US" sz="3000" b="1"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triangles </a:t>
            </a: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 a visual aid for</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 change of reference frame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F15</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1960" y="2334327"/>
            <a:ext cx="3028493" cy="493776"/>
          </a:xfrm>
          <a:prstGeom prst="rect">
            <a:avLst/>
          </a:prstGeom>
        </p:spPr>
      </p:pic>
      <p:sp>
        <p:nvSpPr>
          <p:cNvPr id="10" name="Shape 6"/>
          <p:cNvSpPr/>
          <p:nvPr/>
        </p:nvSpPr>
        <p:spPr>
          <a:xfrm>
            <a:off x="1179576" y="3632775"/>
            <a:ext cx="2034476" cy="803553"/>
          </a:xfrm>
          <a:prstGeom prst="line">
            <a:avLst/>
          </a:prstGeom>
          <a:noFill/>
          <a:ln w="31750">
            <a:solidFill>
              <a:srgbClr val="168A91"/>
            </a:solidFill>
            <a:prstDash val="solid"/>
            <a:headEnd type="none"/>
            <a:tailEnd type="triangle"/>
          </a:ln>
        </p:spPr>
        <p:txBody>
          <a:bodyPr/>
          <a:lstStyle/>
          <a:p>
            <a:endParaRPr lang="en-US"/>
          </a:p>
        </p:txBody>
      </p:sp>
      <p:sp>
        <p:nvSpPr>
          <p:cNvPr id="11" name="Text 7"/>
          <p:cNvSpPr/>
          <p:nvPr/>
        </p:nvSpPr>
        <p:spPr>
          <a:xfrm>
            <a:off x="2245628" y="4166616"/>
            <a:ext cx="11887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w1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8"/>
          <p:cNvSpPr/>
          <p:nvPr/>
        </p:nvSpPr>
        <p:spPr>
          <a:xfrm>
            <a:off x="1179576" y="3632775"/>
            <a:ext cx="3949592" cy="803553"/>
          </a:xfrm>
          <a:prstGeom prst="line">
            <a:avLst/>
          </a:prstGeom>
          <a:noFill/>
          <a:ln w="31750">
            <a:solidFill>
              <a:srgbClr val="0066B3"/>
            </a:solidFill>
            <a:prstDash val="solid"/>
            <a:headEnd type="none"/>
            <a:tailEnd type="triangle"/>
          </a:ln>
        </p:spPr>
        <p:txBody>
          <a:bodyPr/>
          <a:lstStyle/>
          <a:p>
            <a:endParaRPr lang="en-US"/>
          </a:p>
        </p:txBody>
      </p:sp>
      <p:sp>
        <p:nvSpPr>
          <p:cNvPr id="13" name="Text 9"/>
          <p:cNvSpPr/>
          <p:nvPr/>
        </p:nvSpPr>
        <p:spPr>
          <a:xfrm>
            <a:off x="4370216" y="3910869"/>
            <a:ext cx="11887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c1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0"/>
          <p:cNvSpPr/>
          <p:nvPr/>
        </p:nvSpPr>
        <p:spPr>
          <a:xfrm>
            <a:off x="3214052" y="4436328"/>
            <a:ext cx="1915116" cy="914"/>
          </a:xfrm>
          <a:prstGeom prst="line">
            <a:avLst/>
          </a:prstGeom>
          <a:noFill/>
          <a:ln w="30480">
            <a:solidFill>
              <a:srgbClr val="C97421"/>
            </a:solidFill>
            <a:prstDash val="solid"/>
            <a:headEnd type="none"/>
            <a:tailEnd type="triangle"/>
          </a:ln>
        </p:spPr>
        <p:txBody>
          <a:bodyPr/>
          <a:lstStyle/>
          <a:p>
            <a:endParaRPr lang="en-US"/>
          </a:p>
        </p:txBody>
      </p:sp>
      <p:sp>
        <p:nvSpPr>
          <p:cNvPr id="15" name="Text 11"/>
          <p:cNvSpPr/>
          <p:nvPr/>
        </p:nvSpPr>
        <p:spPr>
          <a:xfrm>
            <a:off x="4171610" y="4501981"/>
            <a:ext cx="54864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U</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2"/>
          <p:cNvSpPr/>
          <p:nvPr/>
        </p:nvSpPr>
        <p:spPr>
          <a:xfrm>
            <a:off x="1234440" y="3203007"/>
            <a:ext cx="5001768"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STATOR EXIT / ROTOR INLET</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3"/>
          <p:cNvSpPr/>
          <p:nvPr/>
        </p:nvSpPr>
        <p:spPr>
          <a:xfrm flipH="1">
            <a:off x="7372277" y="3632775"/>
            <a:ext cx="1442539" cy="735009"/>
          </a:xfrm>
          <a:prstGeom prst="line">
            <a:avLst/>
          </a:prstGeom>
          <a:noFill/>
          <a:ln w="31750">
            <a:solidFill>
              <a:srgbClr val="168A91"/>
            </a:solidFill>
            <a:prstDash val="solid"/>
            <a:headEnd type="none"/>
            <a:tailEnd type="triangle"/>
          </a:ln>
        </p:spPr>
        <p:txBody>
          <a:bodyPr/>
          <a:lstStyle/>
          <a:p>
            <a:endParaRPr lang="en-US"/>
          </a:p>
        </p:txBody>
      </p:sp>
      <p:sp>
        <p:nvSpPr>
          <p:cNvPr id="18" name="Text 14"/>
          <p:cNvSpPr/>
          <p:nvPr/>
        </p:nvSpPr>
        <p:spPr>
          <a:xfrm>
            <a:off x="7626096" y="3719186"/>
            <a:ext cx="11887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w2</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Shape 15"/>
          <p:cNvSpPr/>
          <p:nvPr/>
        </p:nvSpPr>
        <p:spPr>
          <a:xfrm>
            <a:off x="8814816" y="3632775"/>
            <a:ext cx="472577" cy="735009"/>
          </a:xfrm>
          <a:prstGeom prst="line">
            <a:avLst/>
          </a:prstGeom>
          <a:noFill/>
          <a:ln w="31750">
            <a:solidFill>
              <a:srgbClr val="0066B3"/>
            </a:solidFill>
            <a:prstDash val="solid"/>
            <a:headEnd type="none"/>
            <a:tailEnd type="triangle"/>
          </a:ln>
        </p:spPr>
        <p:txBody>
          <a:bodyPr/>
          <a:lstStyle/>
          <a:p>
            <a:endParaRPr lang="en-US"/>
          </a:p>
        </p:txBody>
      </p:sp>
      <p:sp>
        <p:nvSpPr>
          <p:cNvPr id="20" name="Text 16"/>
          <p:cNvSpPr/>
          <p:nvPr/>
        </p:nvSpPr>
        <p:spPr>
          <a:xfrm>
            <a:off x="9198864" y="3802535"/>
            <a:ext cx="11887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c2</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Shape 17"/>
          <p:cNvSpPr/>
          <p:nvPr/>
        </p:nvSpPr>
        <p:spPr>
          <a:xfrm>
            <a:off x="7372277" y="4367784"/>
            <a:ext cx="1915116" cy="914"/>
          </a:xfrm>
          <a:prstGeom prst="line">
            <a:avLst/>
          </a:prstGeom>
          <a:noFill/>
          <a:ln w="30480">
            <a:solidFill>
              <a:srgbClr val="C97421"/>
            </a:solidFill>
            <a:prstDash val="solid"/>
            <a:headEnd type="none"/>
            <a:tailEnd type="triangle"/>
          </a:ln>
        </p:spPr>
        <p:txBody>
          <a:bodyPr/>
          <a:lstStyle/>
          <a:p>
            <a:endParaRPr lang="en-US"/>
          </a:p>
        </p:txBody>
      </p:sp>
      <p:sp>
        <p:nvSpPr>
          <p:cNvPr id="22" name="Text 18"/>
          <p:cNvSpPr/>
          <p:nvPr/>
        </p:nvSpPr>
        <p:spPr>
          <a:xfrm>
            <a:off x="8202168" y="4528887"/>
            <a:ext cx="54864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U</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19"/>
          <p:cNvSpPr/>
          <p:nvPr/>
        </p:nvSpPr>
        <p:spPr>
          <a:xfrm>
            <a:off x="7324344" y="3203007"/>
            <a:ext cx="38404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ROTOR EXIT</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 20"/>
          <p:cNvSpPr/>
          <p:nvPr/>
        </p:nvSpPr>
        <p:spPr>
          <a:xfrm>
            <a:off x="1179576" y="5452431"/>
            <a:ext cx="493776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Absolute nozzle Mach: 1.49</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1"/>
          <p:cNvSpPr/>
          <p:nvPr/>
        </p:nvSpPr>
        <p:spPr>
          <a:xfrm>
            <a:off x="6748272" y="5452431"/>
            <a:ext cx="4901184"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Relative rotor inlet Mach: 0.81</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BLADE-ROW FUNDAMENTALS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227582" y="1450451"/>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rotor extracts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angular momentum</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F16</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8992" y="2318941"/>
            <a:ext cx="4572000" cy="482758"/>
          </a:xfrm>
          <a:prstGeom prst="rect">
            <a:avLst/>
          </a:prstGeom>
        </p:spPr>
      </p:pic>
      <p:sp>
        <p:nvSpPr>
          <p:cNvPr id="10" name="Text 6"/>
          <p:cNvSpPr/>
          <p:nvPr/>
        </p:nvSpPr>
        <p:spPr>
          <a:xfrm>
            <a:off x="1078992" y="2953512"/>
            <a:ext cx="45720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General turbine Euler work</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7376" y="2309357"/>
            <a:ext cx="4617720" cy="501926"/>
          </a:xfrm>
          <a:prstGeom prst="rect">
            <a:avLst/>
          </a:prstGeom>
        </p:spPr>
      </p:pic>
      <p:sp>
        <p:nvSpPr>
          <p:cNvPr id="12" name="Text 7"/>
          <p:cNvSpPr/>
          <p:nvPr/>
        </p:nvSpPr>
        <p:spPr>
          <a:xfrm>
            <a:off x="6437376" y="2953512"/>
            <a:ext cx="46177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Axial stage at one mean radius</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8"/>
          <p:cNvSpPr/>
          <p:nvPr/>
        </p:nvSpPr>
        <p:spPr>
          <a:xfrm>
            <a:off x="886968" y="3666744"/>
            <a:ext cx="4965192" cy="1682496"/>
          </a:xfrm>
          <a:prstGeom prst="rect">
            <a:avLst/>
          </a:prstGeom>
          <a:solidFill>
            <a:srgbClr val="F2F5F7"/>
          </a:solidFill>
          <a:ln w="12700">
            <a:solidFill>
              <a:srgbClr val="F2F5F7"/>
            </a:solidFill>
            <a:prstDash val="solid"/>
          </a:ln>
        </p:spPr>
        <p:txBody>
          <a:bodyPr/>
          <a:lstStyle/>
          <a:p>
            <a:endParaRPr lang="en-US"/>
          </a:p>
        </p:txBody>
      </p:sp>
      <p:sp>
        <p:nvSpPr>
          <p:cNvPr id="14" name="Shape 9"/>
          <p:cNvSpPr/>
          <p:nvPr/>
        </p:nvSpPr>
        <p:spPr>
          <a:xfrm>
            <a:off x="886968" y="3666744"/>
            <a:ext cx="50292" cy="1682496"/>
          </a:xfrm>
          <a:prstGeom prst="rect">
            <a:avLst/>
          </a:prstGeom>
          <a:solidFill>
            <a:srgbClr val="0066B3"/>
          </a:solidFill>
          <a:ln w="12700">
            <a:solidFill>
              <a:srgbClr val="0066B3"/>
            </a:solidFill>
            <a:prstDash val="solid"/>
          </a:ln>
        </p:spPr>
        <p:txBody>
          <a:bodyPr/>
          <a:lstStyle/>
          <a:p>
            <a:endParaRPr lang="en-US"/>
          </a:p>
        </p:txBody>
      </p:sp>
      <p:sp>
        <p:nvSpPr>
          <p:cNvPr id="15" name="Text 10"/>
          <p:cNvSpPr/>
          <p:nvPr/>
        </p:nvSpPr>
        <p:spPr>
          <a:xfrm>
            <a:off x="1069848" y="3867799"/>
            <a:ext cx="4599432" cy="33855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What </a:t>
            </a:r>
            <a:r>
              <a:rPr kumimoji="0" lang="cs-CZ" sz="22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high </a:t>
            </a:r>
            <a:r>
              <a:rPr kumimoji="0" lang="en-US" sz="22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c2u </a:t>
            </a: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tells us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1"/>
          <p:cNvSpPr/>
          <p:nvPr/>
        </p:nvSpPr>
        <p:spPr>
          <a:xfrm>
            <a:off x="1069848" y="4443984"/>
            <a:ext cx="4599432" cy="76809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Residual swirl is part of the exit kinetic energy. A diffuser or a following row may recover some of it.</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2"/>
          <p:cNvSpPr/>
          <p:nvPr/>
        </p:nvSpPr>
        <p:spPr>
          <a:xfrm>
            <a:off x="6254496" y="3666744"/>
            <a:ext cx="5065776" cy="1682496"/>
          </a:xfrm>
          <a:prstGeom prst="rect">
            <a:avLst/>
          </a:prstGeom>
          <a:solidFill>
            <a:srgbClr val="F2F5F7"/>
          </a:solidFill>
          <a:ln w="12700">
            <a:solidFill>
              <a:srgbClr val="F2F5F7"/>
            </a:solidFill>
            <a:prstDash val="solid"/>
          </a:ln>
        </p:spPr>
        <p:txBody>
          <a:bodyPr/>
          <a:lstStyle/>
          <a:p>
            <a:endParaRPr lang="en-US"/>
          </a:p>
        </p:txBody>
      </p:sp>
      <p:sp>
        <p:nvSpPr>
          <p:cNvPr id="18" name="Shape 13"/>
          <p:cNvSpPr/>
          <p:nvPr/>
        </p:nvSpPr>
        <p:spPr>
          <a:xfrm>
            <a:off x="6254496" y="3666744"/>
            <a:ext cx="50292" cy="1682496"/>
          </a:xfrm>
          <a:prstGeom prst="rect">
            <a:avLst/>
          </a:prstGeom>
          <a:solidFill>
            <a:srgbClr val="168A91"/>
          </a:solidFill>
          <a:ln w="12700">
            <a:solidFill>
              <a:srgbClr val="168A91"/>
            </a:solidFill>
            <a:prstDash val="solid"/>
          </a:ln>
        </p:spPr>
        <p:txBody>
          <a:bodyPr/>
          <a:lstStyle/>
          <a:p>
            <a:endParaRPr lang="en-US"/>
          </a:p>
        </p:txBody>
      </p:sp>
      <p:sp>
        <p:nvSpPr>
          <p:cNvPr id="19" name="Text 14"/>
          <p:cNvSpPr/>
          <p:nvPr/>
        </p:nvSpPr>
        <p:spPr>
          <a:xfrm>
            <a:off x="6437376" y="3831336"/>
            <a:ext cx="4700016"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What c2u does not tell us</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5"/>
          <p:cNvSpPr/>
          <p:nvPr/>
        </p:nvSpPr>
        <p:spPr>
          <a:xfrm>
            <a:off x="6437376" y="4535644"/>
            <a:ext cx="4700016" cy="58477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Zero swirl is not automatically the efficiency optimum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when </a:t>
            </a:r>
            <a:r>
              <a:rPr kumimoji="0" lang="cs-CZ"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other </a:t>
            </a:r>
            <a:r>
              <a:rPr kumimoji="0" lang="en-US" sz="19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losses </a:t>
            </a: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also change.</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BLADE-ROW FUNDAMENTALS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547573"/>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Three ratios answer three different design questions</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F17</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41248" y="2487168"/>
            <a:ext cx="3429000" cy="3108960"/>
          </a:xfrm>
          <a:prstGeom prst="rect">
            <a:avLst/>
          </a:prstGeom>
          <a:solidFill>
            <a:srgbClr val="F2F5F7"/>
          </a:solidFill>
          <a:ln w="12700">
            <a:solidFill>
              <a:srgbClr val="F2F5F7"/>
            </a:solidFill>
            <a:prstDash val="solid"/>
          </a:ln>
        </p:spPr>
        <p:txBody>
          <a:bodyPr/>
          <a:lstStyle/>
          <a:p>
            <a:endParaRPr lang="en-US"/>
          </a:p>
        </p:txBody>
      </p:sp>
      <p:sp>
        <p:nvSpPr>
          <p:cNvPr id="10" name="Text 7"/>
          <p:cNvSpPr/>
          <p:nvPr/>
        </p:nvSpPr>
        <p:spPr>
          <a:xfrm>
            <a:off x="978408" y="2706624"/>
            <a:ext cx="31546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Blade-speed ratio</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14956" y="3282696"/>
            <a:ext cx="481584" cy="722376"/>
          </a:xfrm>
          <a:prstGeom prst="rect">
            <a:avLst/>
          </a:prstGeom>
        </p:spPr>
      </p:pic>
      <p:sp>
        <p:nvSpPr>
          <p:cNvPr id="12" name="Text 8"/>
          <p:cNvSpPr/>
          <p:nvPr/>
        </p:nvSpPr>
        <p:spPr>
          <a:xfrm>
            <a:off x="1042416" y="4370716"/>
            <a:ext cx="3017520" cy="96949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r>
              <a:rPr kumimoji="0" lang="en-US"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How </a:t>
            </a:r>
            <a:r>
              <a:rPr kumimoji="0" lang="en-US" sz="2100" b="0" i="1"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fast is the blade relative to the available </a:t>
            </a:r>
            <a:r>
              <a:rPr kumimoji="0" lang="en-US"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head?</a:t>
            </a:r>
            <a:r>
              <a:rPr kumimoji="0" lang="cs-CZ"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endParaRPr kumimoji="0" lang="en-US" sz="2100" b="0" i="1"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9"/>
          <p:cNvSpPr/>
          <p:nvPr/>
        </p:nvSpPr>
        <p:spPr>
          <a:xfrm>
            <a:off x="4526280" y="2487168"/>
            <a:ext cx="3429000" cy="3108960"/>
          </a:xfrm>
          <a:prstGeom prst="rect">
            <a:avLst/>
          </a:prstGeom>
          <a:solidFill>
            <a:srgbClr val="F2F5F7"/>
          </a:solidFill>
          <a:ln w="12700">
            <a:solidFill>
              <a:srgbClr val="F2F5F7"/>
            </a:solidFill>
            <a:prstDash val="solid"/>
          </a:ln>
        </p:spPr>
        <p:txBody>
          <a:bodyPr/>
          <a:lstStyle/>
          <a:p>
            <a:endParaRPr lang="en-US"/>
          </a:p>
        </p:txBody>
      </p:sp>
      <p:sp>
        <p:nvSpPr>
          <p:cNvPr id="14" name="Text 10"/>
          <p:cNvSpPr/>
          <p:nvPr/>
        </p:nvSpPr>
        <p:spPr>
          <a:xfrm>
            <a:off x="4663440" y="2706624"/>
            <a:ext cx="31546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Flow coefficient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72469" y="3282696"/>
            <a:ext cx="536622" cy="722376"/>
          </a:xfrm>
          <a:prstGeom prst="rect">
            <a:avLst/>
          </a:prstGeom>
        </p:spPr>
      </p:pic>
      <p:sp>
        <p:nvSpPr>
          <p:cNvPr id="16" name="Text 11"/>
          <p:cNvSpPr/>
          <p:nvPr/>
        </p:nvSpPr>
        <p:spPr>
          <a:xfrm>
            <a:off x="4727448" y="4370716"/>
            <a:ext cx="3017520" cy="96949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r>
              <a:rPr kumimoji="0" lang="en-US"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How </a:t>
            </a:r>
            <a:r>
              <a:rPr kumimoji="0" lang="en-US" sz="2100" b="0" i="1"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much axial flow passes relative to blade </a:t>
            </a:r>
            <a:r>
              <a:rPr kumimoji="0" lang="en-US"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speed?</a:t>
            </a:r>
            <a:r>
              <a:rPr kumimoji="0" lang="cs-CZ"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endParaRPr kumimoji="0" lang="en-US" sz="2100" b="0" i="1"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2"/>
          <p:cNvSpPr/>
          <p:nvPr/>
        </p:nvSpPr>
        <p:spPr>
          <a:xfrm>
            <a:off x="8211312" y="2487168"/>
            <a:ext cx="3429000" cy="3108960"/>
          </a:xfrm>
          <a:prstGeom prst="rect">
            <a:avLst/>
          </a:prstGeom>
          <a:solidFill>
            <a:srgbClr val="F2F5F7"/>
          </a:solidFill>
          <a:ln w="12700">
            <a:solidFill>
              <a:srgbClr val="F2F5F7"/>
            </a:solidFill>
            <a:prstDash val="solid"/>
          </a:ln>
        </p:spPr>
        <p:txBody>
          <a:bodyPr/>
          <a:lstStyle/>
          <a:p>
            <a:endParaRPr lang="en-US"/>
          </a:p>
        </p:txBody>
      </p:sp>
      <p:sp>
        <p:nvSpPr>
          <p:cNvPr id="18" name="Text 13"/>
          <p:cNvSpPr/>
          <p:nvPr/>
        </p:nvSpPr>
        <p:spPr>
          <a:xfrm>
            <a:off x="8348472" y="2706624"/>
            <a:ext cx="315468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Loading coefficient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35100" y="3282696"/>
            <a:ext cx="581425" cy="722376"/>
          </a:xfrm>
          <a:prstGeom prst="rect">
            <a:avLst/>
          </a:prstGeom>
        </p:spPr>
      </p:pic>
      <p:sp>
        <p:nvSpPr>
          <p:cNvPr id="20" name="Text 14"/>
          <p:cNvSpPr/>
          <p:nvPr/>
        </p:nvSpPr>
        <p:spPr>
          <a:xfrm>
            <a:off x="8412480" y="4532298"/>
            <a:ext cx="3017520"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r>
              <a:rPr kumimoji="0" lang="en-US"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How </a:t>
            </a:r>
            <a:r>
              <a:rPr kumimoji="0" lang="en-US" sz="2100" b="0" i="1"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much work does each stage </a:t>
            </a:r>
            <a:r>
              <a:rPr kumimoji="0" lang="en-US"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extract?</a:t>
            </a:r>
            <a:r>
              <a:rPr kumimoji="0" lang="cs-CZ" sz="2100" b="0" i="1"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t>
            </a:r>
            <a:endParaRPr kumimoji="0" lang="en-US" sz="2100" b="0" i="1"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BLADE-ROW FUNDAMENTALS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273302" y="1429002"/>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metal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stays fixed</a:t>
            </a: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but</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incoming flow angle moves</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F18</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0610" y="2276856"/>
            <a:ext cx="4543124" cy="539496"/>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4536" y="2276884"/>
            <a:ext cx="4599432" cy="539440"/>
          </a:xfrm>
          <a:prstGeom prst="rect">
            <a:avLst/>
          </a:prstGeom>
        </p:spPr>
      </p:pic>
      <p:sp>
        <p:nvSpPr>
          <p:cNvPr id="11" name="Shape 6"/>
          <p:cNvSpPr/>
          <p:nvPr/>
        </p:nvSpPr>
        <p:spPr>
          <a:xfrm>
            <a:off x="877824" y="3200400"/>
            <a:ext cx="5020056" cy="1938528"/>
          </a:xfrm>
          <a:prstGeom prst="rect">
            <a:avLst/>
          </a:prstGeom>
          <a:solidFill>
            <a:srgbClr val="F2F5F7"/>
          </a:solidFill>
          <a:ln w="12700">
            <a:solidFill>
              <a:srgbClr val="F2F5F7"/>
            </a:solidFill>
            <a:prstDash val="solid"/>
          </a:ln>
        </p:spPr>
        <p:txBody>
          <a:bodyPr/>
          <a:lstStyle/>
          <a:p>
            <a:endParaRPr lang="en-US"/>
          </a:p>
        </p:txBody>
      </p:sp>
      <p:sp>
        <p:nvSpPr>
          <p:cNvPr id="12" name="Shape 7"/>
          <p:cNvSpPr/>
          <p:nvPr/>
        </p:nvSpPr>
        <p:spPr>
          <a:xfrm>
            <a:off x="877824" y="3200400"/>
            <a:ext cx="50292" cy="1938528"/>
          </a:xfrm>
          <a:prstGeom prst="rect">
            <a:avLst/>
          </a:prstGeom>
          <a:solidFill>
            <a:srgbClr val="0066B3"/>
          </a:solidFill>
          <a:ln w="12700">
            <a:solidFill>
              <a:srgbClr val="0066B3"/>
            </a:solidFill>
            <a:prstDash val="solid"/>
          </a:ln>
        </p:spPr>
        <p:txBody>
          <a:bodyPr/>
          <a:lstStyle/>
          <a:p>
            <a:endParaRPr lang="en-US"/>
          </a:p>
        </p:txBody>
      </p:sp>
      <p:sp>
        <p:nvSpPr>
          <p:cNvPr id="13" name="Text 8"/>
          <p:cNvSpPr/>
          <p:nvPr/>
        </p:nvSpPr>
        <p:spPr>
          <a:xfrm>
            <a:off x="1060704" y="3364992"/>
            <a:ext cx="4654296"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Inlet: incidence</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Text 9"/>
          <p:cNvSpPr/>
          <p:nvPr/>
        </p:nvSpPr>
        <p:spPr>
          <a:xfrm>
            <a:off x="1060703" y="3874151"/>
            <a:ext cx="4831081" cy="123110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Changing rpm changes U.</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That changes w1u and the inlet flow angle.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blade leading edge does not rotate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with it…</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0"/>
          <p:cNvSpPr/>
          <p:nvPr/>
        </p:nvSpPr>
        <p:spPr>
          <a:xfrm>
            <a:off x="6300216" y="3200400"/>
            <a:ext cx="5020056" cy="1938528"/>
          </a:xfrm>
          <a:prstGeom prst="rect">
            <a:avLst/>
          </a:prstGeom>
          <a:solidFill>
            <a:srgbClr val="F2F5F7"/>
          </a:solidFill>
          <a:ln w="12700">
            <a:solidFill>
              <a:srgbClr val="F2F5F7"/>
            </a:solidFill>
            <a:prstDash val="solid"/>
          </a:ln>
        </p:spPr>
        <p:txBody>
          <a:bodyPr/>
          <a:lstStyle/>
          <a:p>
            <a:endParaRPr lang="en-US"/>
          </a:p>
        </p:txBody>
      </p:sp>
      <p:sp>
        <p:nvSpPr>
          <p:cNvPr id="16" name="Shape 11"/>
          <p:cNvSpPr/>
          <p:nvPr/>
        </p:nvSpPr>
        <p:spPr>
          <a:xfrm>
            <a:off x="6300216" y="3200400"/>
            <a:ext cx="50292" cy="1938528"/>
          </a:xfrm>
          <a:prstGeom prst="rect">
            <a:avLst/>
          </a:prstGeom>
          <a:solidFill>
            <a:srgbClr val="168A91"/>
          </a:solidFill>
          <a:ln w="12700">
            <a:solidFill>
              <a:srgbClr val="168A91"/>
            </a:solidFill>
            <a:prstDash val="solid"/>
          </a:ln>
        </p:spPr>
        <p:txBody>
          <a:bodyPr/>
          <a:lstStyle/>
          <a:p>
            <a:endParaRPr lang="en-US"/>
          </a:p>
        </p:txBody>
      </p:sp>
      <p:sp>
        <p:nvSpPr>
          <p:cNvPr id="17" name="Text 12"/>
          <p:cNvSpPr/>
          <p:nvPr/>
        </p:nvSpPr>
        <p:spPr>
          <a:xfrm>
            <a:off x="6483096" y="3364992"/>
            <a:ext cx="4654296" cy="4114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Outlet: deviation</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Text 13"/>
          <p:cNvSpPr/>
          <p:nvPr/>
        </p:nvSpPr>
        <p:spPr>
          <a:xfrm>
            <a:off x="6483096" y="3874151"/>
            <a:ext cx="4654296" cy="123110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real flow need not leave at the metal angle.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Our simplified model sets outlet deviation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to zero</a:t>
            </a: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in reality over/underloading…</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ECONOMICS AND SCALE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380744"/>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Small blade spans make ordinary tolerances expensive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F19</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64742" y="2360742"/>
            <a:ext cx="2440838" cy="832104"/>
          </a:xfrm>
          <a:prstGeom prst="rect">
            <a:avLst/>
          </a:prstGeom>
        </p:spPr>
      </p:pic>
      <p:sp>
        <p:nvSpPr>
          <p:cNvPr id="10" name="Text 6"/>
          <p:cNvSpPr/>
          <p:nvPr/>
        </p:nvSpPr>
        <p:spPr>
          <a:xfrm>
            <a:off x="841447" y="3475847"/>
            <a:ext cx="4864608" cy="83210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High vapour density + small flow</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 small active flow area</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Shape 7"/>
          <p:cNvSpPr/>
          <p:nvPr/>
        </p:nvSpPr>
        <p:spPr>
          <a:xfrm>
            <a:off x="6537960" y="2313432"/>
            <a:ext cx="2167128" cy="2706624"/>
          </a:xfrm>
          <a:prstGeom prst="rect">
            <a:avLst/>
          </a:prstGeom>
          <a:solidFill>
            <a:srgbClr val="F2F5F7"/>
          </a:solidFill>
          <a:ln w="12700">
            <a:solidFill>
              <a:srgbClr val="F2F5F7"/>
            </a:solidFill>
            <a:prstDash val="solid"/>
          </a:ln>
        </p:spPr>
        <p:txBody>
          <a:bodyPr/>
          <a:lstStyle/>
          <a:p>
            <a:endParaRPr lang="en-US"/>
          </a:p>
        </p:txBody>
      </p:sp>
      <p:sp>
        <p:nvSpPr>
          <p:cNvPr id="12" name="Text 8"/>
          <p:cNvSpPr/>
          <p:nvPr/>
        </p:nvSpPr>
        <p:spPr>
          <a:xfrm>
            <a:off x="6688836" y="2313432"/>
            <a:ext cx="185623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h = 2 mm</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9"/>
          <p:cNvSpPr/>
          <p:nvPr/>
        </p:nvSpPr>
        <p:spPr>
          <a:xfrm>
            <a:off x="7342632" y="2999232"/>
            <a:ext cx="548640" cy="749808"/>
          </a:xfrm>
          <a:prstGeom prst="rect">
            <a:avLst/>
          </a:prstGeom>
          <a:solidFill>
            <a:srgbClr val="0066B3"/>
          </a:solidFill>
          <a:ln w="12700">
            <a:solidFill>
              <a:srgbClr val="0066B3"/>
            </a:solidFill>
            <a:prstDash val="solid"/>
          </a:ln>
        </p:spPr>
        <p:txBody>
          <a:bodyPr/>
          <a:lstStyle/>
          <a:p>
            <a:endParaRPr lang="en-US"/>
          </a:p>
        </p:txBody>
      </p:sp>
      <p:sp>
        <p:nvSpPr>
          <p:cNvPr id="14" name="Shape 10"/>
          <p:cNvSpPr/>
          <p:nvPr/>
        </p:nvSpPr>
        <p:spPr>
          <a:xfrm>
            <a:off x="6922008" y="2779776"/>
            <a:ext cx="1316736" cy="914"/>
          </a:xfrm>
          <a:prstGeom prst="line">
            <a:avLst/>
          </a:prstGeom>
          <a:noFill/>
          <a:ln w="25400">
            <a:solidFill>
              <a:srgbClr val="576A79"/>
            </a:solidFill>
            <a:prstDash val="solid"/>
            <a:headEnd type="none"/>
            <a:tailEnd type="none"/>
          </a:ln>
        </p:spPr>
        <p:txBody>
          <a:bodyPr/>
          <a:lstStyle/>
          <a:p>
            <a:endParaRPr lang="en-US"/>
          </a:p>
        </p:txBody>
      </p:sp>
      <p:sp>
        <p:nvSpPr>
          <p:cNvPr id="15" name="Text 11"/>
          <p:cNvSpPr/>
          <p:nvPr/>
        </p:nvSpPr>
        <p:spPr>
          <a:xfrm>
            <a:off x="6583680" y="4437225"/>
            <a:ext cx="2020824"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gap / h = 10%</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Shape 12"/>
          <p:cNvSpPr/>
          <p:nvPr/>
        </p:nvSpPr>
        <p:spPr>
          <a:xfrm>
            <a:off x="9006840" y="2313432"/>
            <a:ext cx="2167128" cy="2706624"/>
          </a:xfrm>
          <a:prstGeom prst="rect">
            <a:avLst/>
          </a:prstGeom>
          <a:solidFill>
            <a:srgbClr val="F2F5F7"/>
          </a:solidFill>
          <a:ln w="12700">
            <a:solidFill>
              <a:srgbClr val="F2F5F7"/>
            </a:solidFill>
            <a:prstDash val="solid"/>
          </a:ln>
        </p:spPr>
        <p:txBody>
          <a:bodyPr/>
          <a:lstStyle/>
          <a:p>
            <a:endParaRPr lang="en-US"/>
          </a:p>
        </p:txBody>
      </p:sp>
      <p:sp>
        <p:nvSpPr>
          <p:cNvPr id="17" name="Text 13"/>
          <p:cNvSpPr/>
          <p:nvPr/>
        </p:nvSpPr>
        <p:spPr>
          <a:xfrm>
            <a:off x="9157716" y="2331720"/>
            <a:ext cx="185623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h = 20 mm</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4"/>
          <p:cNvSpPr/>
          <p:nvPr/>
        </p:nvSpPr>
        <p:spPr>
          <a:xfrm>
            <a:off x="9811512" y="2999232"/>
            <a:ext cx="548640" cy="2011680"/>
          </a:xfrm>
          <a:prstGeom prst="rect">
            <a:avLst/>
          </a:prstGeom>
          <a:solidFill>
            <a:srgbClr val="0066B3"/>
          </a:solidFill>
          <a:ln w="12700">
            <a:solidFill>
              <a:srgbClr val="0066B3"/>
            </a:solidFill>
            <a:prstDash val="solid"/>
          </a:ln>
        </p:spPr>
        <p:txBody>
          <a:bodyPr/>
          <a:lstStyle/>
          <a:p>
            <a:endParaRPr lang="en-US"/>
          </a:p>
        </p:txBody>
      </p:sp>
      <p:sp>
        <p:nvSpPr>
          <p:cNvPr id="19" name="Shape 15"/>
          <p:cNvSpPr/>
          <p:nvPr/>
        </p:nvSpPr>
        <p:spPr>
          <a:xfrm>
            <a:off x="9390888" y="2779776"/>
            <a:ext cx="1316736" cy="914"/>
          </a:xfrm>
          <a:prstGeom prst="line">
            <a:avLst/>
          </a:prstGeom>
          <a:noFill/>
          <a:ln w="25400">
            <a:solidFill>
              <a:srgbClr val="576A79"/>
            </a:solidFill>
            <a:prstDash val="solid"/>
            <a:headEnd type="none"/>
            <a:tailEnd type="none"/>
          </a:ln>
        </p:spPr>
        <p:txBody>
          <a:bodyPr/>
          <a:lstStyle/>
          <a:p>
            <a:endParaRPr lang="en-US"/>
          </a:p>
        </p:txBody>
      </p:sp>
      <p:sp>
        <p:nvSpPr>
          <p:cNvPr id="20" name="Text 16"/>
          <p:cNvSpPr/>
          <p:nvPr/>
        </p:nvSpPr>
        <p:spPr>
          <a:xfrm>
            <a:off x="9075420" y="4242923"/>
            <a:ext cx="625171"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gap / h = 1%</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7"/>
          <p:cNvSpPr/>
          <p:nvPr/>
        </p:nvSpPr>
        <p:spPr>
          <a:xfrm>
            <a:off x="6519672" y="5203612"/>
            <a:ext cx="4626864" cy="27432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Same illustrative tip gap: 0.20 mm</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Shape 18"/>
          <p:cNvSpPr/>
          <p:nvPr/>
        </p:nvSpPr>
        <p:spPr>
          <a:xfrm>
            <a:off x="731520" y="5623560"/>
            <a:ext cx="10744200" cy="512064"/>
          </a:xfrm>
          <a:prstGeom prst="rect">
            <a:avLst/>
          </a:prstGeom>
          <a:solidFill>
            <a:srgbClr val="EAF3F9"/>
          </a:solidFill>
          <a:ln w="12700">
            <a:solidFill>
              <a:srgbClr val="EAF3F9"/>
            </a:solidFill>
            <a:prstDash val="solid"/>
          </a:ln>
        </p:spPr>
        <p:txBody>
          <a:bodyPr/>
          <a:lstStyle/>
          <a:p>
            <a:endParaRPr lang="en-US"/>
          </a:p>
        </p:txBody>
      </p:sp>
      <p:sp>
        <p:nvSpPr>
          <p:cNvPr id="23" name="Text 19"/>
          <p:cNvSpPr/>
          <p:nvPr/>
        </p:nvSpPr>
        <p:spPr>
          <a:xfrm>
            <a:off x="896112" y="5767075"/>
            <a:ext cx="10415016" cy="26161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Watch </a:t>
            </a:r>
            <a:r>
              <a:rPr kumimoji="0" lang="cs-CZ"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the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clearance</a:t>
            </a:r>
            <a:r>
              <a:rPr kumimoji="0" lang="cs-CZ"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s</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 chord </a:t>
            </a: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and aspect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ratio </a:t>
            </a:r>
            <a:r>
              <a:rPr kumimoji="0" lang="cs-CZ"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and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not </a:t>
            </a: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just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absolute millimetres</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ECONOMICS AND SCALE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254528" y="1382171"/>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Partial admission trades more span for unsteady losses</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F20</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1444752" y="2441448"/>
            <a:ext cx="1463040" cy="1463040"/>
          </a:xfrm>
          <a:prstGeom prst="ellipse">
            <a:avLst/>
          </a:prstGeom>
          <a:solidFill>
            <a:srgbClr val="F2F5F7"/>
          </a:solidFill>
          <a:ln w="50800">
            <a:solidFill>
              <a:srgbClr val="0066B3"/>
            </a:solidFill>
            <a:prstDash val="solid"/>
          </a:ln>
        </p:spPr>
        <p:txBody>
          <a:bodyPr/>
          <a:lstStyle/>
          <a:p>
            <a:endParaRPr lang="en-US"/>
          </a:p>
        </p:txBody>
      </p:sp>
      <p:sp>
        <p:nvSpPr>
          <p:cNvPr id="10" name="Shape 7"/>
          <p:cNvSpPr/>
          <p:nvPr/>
        </p:nvSpPr>
        <p:spPr>
          <a:xfrm>
            <a:off x="1719072" y="2715768"/>
            <a:ext cx="914400" cy="914400"/>
          </a:xfrm>
          <a:prstGeom prst="ellipse">
            <a:avLst/>
          </a:prstGeom>
          <a:solidFill>
            <a:srgbClr val="FFFFFF"/>
          </a:solidFill>
          <a:ln w="12700">
            <a:solidFill>
              <a:srgbClr val="C9D6DF"/>
            </a:solidFill>
            <a:prstDash val="solid"/>
          </a:ln>
        </p:spPr>
        <p:txBody>
          <a:bodyPr/>
          <a:lstStyle/>
          <a:p>
            <a:endParaRPr lang="en-US"/>
          </a:p>
        </p:txBody>
      </p:sp>
      <p:sp>
        <p:nvSpPr>
          <p:cNvPr id="11" name="Shape 8"/>
          <p:cNvSpPr/>
          <p:nvPr/>
        </p:nvSpPr>
        <p:spPr>
          <a:xfrm>
            <a:off x="2706624" y="3081528"/>
            <a:ext cx="182880" cy="182880"/>
          </a:xfrm>
          <a:prstGeom prst="ellipse">
            <a:avLst/>
          </a:prstGeom>
          <a:solidFill>
            <a:srgbClr val="168A91"/>
          </a:solidFill>
          <a:ln w="12700">
            <a:solidFill>
              <a:srgbClr val="168A91"/>
            </a:solidFill>
            <a:prstDash val="solid"/>
          </a:ln>
        </p:spPr>
        <p:txBody>
          <a:bodyPr/>
          <a:lstStyle/>
          <a:p>
            <a:endParaRPr lang="en-US"/>
          </a:p>
        </p:txBody>
      </p:sp>
      <p:sp>
        <p:nvSpPr>
          <p:cNvPr id="12" name="Shape 9"/>
          <p:cNvSpPr/>
          <p:nvPr/>
        </p:nvSpPr>
        <p:spPr>
          <a:xfrm>
            <a:off x="2694676" y="3202834"/>
            <a:ext cx="182880" cy="182880"/>
          </a:xfrm>
          <a:prstGeom prst="ellipse">
            <a:avLst/>
          </a:prstGeom>
          <a:solidFill>
            <a:srgbClr val="168A91"/>
          </a:solidFill>
          <a:ln w="12700">
            <a:solidFill>
              <a:srgbClr val="168A91"/>
            </a:solidFill>
            <a:prstDash val="solid"/>
          </a:ln>
        </p:spPr>
        <p:txBody>
          <a:bodyPr/>
          <a:lstStyle/>
          <a:p>
            <a:endParaRPr lang="en-US"/>
          </a:p>
        </p:txBody>
      </p:sp>
      <p:sp>
        <p:nvSpPr>
          <p:cNvPr id="13" name="Shape 10"/>
          <p:cNvSpPr/>
          <p:nvPr/>
        </p:nvSpPr>
        <p:spPr>
          <a:xfrm>
            <a:off x="2659293" y="3319477"/>
            <a:ext cx="182880" cy="182880"/>
          </a:xfrm>
          <a:prstGeom prst="ellipse">
            <a:avLst/>
          </a:prstGeom>
          <a:solidFill>
            <a:srgbClr val="168A91"/>
          </a:solidFill>
          <a:ln w="12700">
            <a:solidFill>
              <a:srgbClr val="168A91"/>
            </a:solidFill>
            <a:prstDash val="solid"/>
          </a:ln>
        </p:spPr>
        <p:txBody>
          <a:bodyPr/>
          <a:lstStyle/>
          <a:p>
            <a:endParaRPr lang="en-US"/>
          </a:p>
        </p:txBody>
      </p:sp>
      <p:sp>
        <p:nvSpPr>
          <p:cNvPr id="14" name="Shape 11"/>
          <p:cNvSpPr/>
          <p:nvPr/>
        </p:nvSpPr>
        <p:spPr>
          <a:xfrm>
            <a:off x="2601833" y="3426977"/>
            <a:ext cx="182880" cy="182880"/>
          </a:xfrm>
          <a:prstGeom prst="ellipse">
            <a:avLst/>
          </a:prstGeom>
          <a:solidFill>
            <a:srgbClr val="168A91"/>
          </a:solidFill>
          <a:ln w="12700">
            <a:solidFill>
              <a:srgbClr val="168A91"/>
            </a:solidFill>
            <a:prstDash val="solid"/>
          </a:ln>
        </p:spPr>
        <p:txBody>
          <a:bodyPr/>
          <a:lstStyle/>
          <a:p>
            <a:endParaRPr lang="en-US"/>
          </a:p>
        </p:txBody>
      </p:sp>
      <p:sp>
        <p:nvSpPr>
          <p:cNvPr id="15" name="Shape 12"/>
          <p:cNvSpPr/>
          <p:nvPr/>
        </p:nvSpPr>
        <p:spPr>
          <a:xfrm>
            <a:off x="2524505" y="3521201"/>
            <a:ext cx="182880" cy="182880"/>
          </a:xfrm>
          <a:prstGeom prst="ellipse">
            <a:avLst/>
          </a:prstGeom>
          <a:solidFill>
            <a:srgbClr val="168A91"/>
          </a:solidFill>
          <a:ln w="12700">
            <a:solidFill>
              <a:srgbClr val="168A91"/>
            </a:solidFill>
            <a:prstDash val="solid"/>
          </a:ln>
        </p:spPr>
        <p:txBody>
          <a:bodyPr/>
          <a:lstStyle/>
          <a:p>
            <a:endParaRPr lang="en-US"/>
          </a:p>
        </p:txBody>
      </p:sp>
      <p:sp>
        <p:nvSpPr>
          <p:cNvPr id="16" name="Shape 13"/>
          <p:cNvSpPr/>
          <p:nvPr/>
        </p:nvSpPr>
        <p:spPr>
          <a:xfrm>
            <a:off x="2430281" y="3598529"/>
            <a:ext cx="182880" cy="182880"/>
          </a:xfrm>
          <a:prstGeom prst="ellipse">
            <a:avLst/>
          </a:prstGeom>
          <a:solidFill>
            <a:srgbClr val="168A91"/>
          </a:solidFill>
          <a:ln w="12700">
            <a:solidFill>
              <a:srgbClr val="168A91"/>
            </a:solidFill>
            <a:prstDash val="solid"/>
          </a:ln>
        </p:spPr>
        <p:txBody>
          <a:bodyPr/>
          <a:lstStyle/>
          <a:p>
            <a:endParaRPr lang="en-US"/>
          </a:p>
        </p:txBody>
      </p:sp>
      <p:sp>
        <p:nvSpPr>
          <p:cNvPr id="17" name="Shape 14"/>
          <p:cNvSpPr/>
          <p:nvPr/>
        </p:nvSpPr>
        <p:spPr>
          <a:xfrm>
            <a:off x="2322781" y="3655989"/>
            <a:ext cx="182880" cy="182880"/>
          </a:xfrm>
          <a:prstGeom prst="ellipse">
            <a:avLst/>
          </a:prstGeom>
          <a:solidFill>
            <a:srgbClr val="168A91"/>
          </a:solidFill>
          <a:ln w="12700">
            <a:solidFill>
              <a:srgbClr val="168A91"/>
            </a:solidFill>
            <a:prstDash val="solid"/>
          </a:ln>
        </p:spPr>
        <p:txBody>
          <a:bodyPr/>
          <a:lstStyle/>
          <a:p>
            <a:endParaRPr lang="en-US"/>
          </a:p>
        </p:txBody>
      </p:sp>
      <p:sp>
        <p:nvSpPr>
          <p:cNvPr id="18" name="Shape 15"/>
          <p:cNvSpPr/>
          <p:nvPr/>
        </p:nvSpPr>
        <p:spPr>
          <a:xfrm>
            <a:off x="2206138" y="3691372"/>
            <a:ext cx="182880" cy="182880"/>
          </a:xfrm>
          <a:prstGeom prst="ellipse">
            <a:avLst/>
          </a:prstGeom>
          <a:solidFill>
            <a:srgbClr val="168A91"/>
          </a:solidFill>
          <a:ln w="12700">
            <a:solidFill>
              <a:srgbClr val="168A91"/>
            </a:solidFill>
            <a:prstDash val="solid"/>
          </a:ln>
        </p:spPr>
        <p:txBody>
          <a:bodyPr/>
          <a:lstStyle/>
          <a:p>
            <a:endParaRPr lang="en-US"/>
          </a:p>
        </p:txBody>
      </p:sp>
      <p:sp>
        <p:nvSpPr>
          <p:cNvPr id="19" name="Shape 16"/>
          <p:cNvSpPr/>
          <p:nvPr/>
        </p:nvSpPr>
        <p:spPr>
          <a:xfrm>
            <a:off x="2084832" y="3703320"/>
            <a:ext cx="182880" cy="182880"/>
          </a:xfrm>
          <a:prstGeom prst="ellipse">
            <a:avLst/>
          </a:prstGeom>
          <a:solidFill>
            <a:srgbClr val="168A91"/>
          </a:solidFill>
          <a:ln w="12700">
            <a:solidFill>
              <a:srgbClr val="168A91"/>
            </a:solidFill>
            <a:prstDash val="solid"/>
          </a:ln>
        </p:spPr>
        <p:txBody>
          <a:bodyPr/>
          <a:lstStyle/>
          <a:p>
            <a:endParaRPr lang="en-US"/>
          </a:p>
        </p:txBody>
      </p:sp>
      <p:sp>
        <p:nvSpPr>
          <p:cNvPr id="20" name="Shape 17"/>
          <p:cNvSpPr/>
          <p:nvPr/>
        </p:nvSpPr>
        <p:spPr>
          <a:xfrm>
            <a:off x="1963526" y="3691372"/>
            <a:ext cx="182880" cy="182880"/>
          </a:xfrm>
          <a:prstGeom prst="ellipse">
            <a:avLst/>
          </a:prstGeom>
          <a:solidFill>
            <a:srgbClr val="168A91"/>
          </a:solidFill>
          <a:ln w="12700">
            <a:solidFill>
              <a:srgbClr val="168A91"/>
            </a:solidFill>
            <a:prstDash val="solid"/>
          </a:ln>
        </p:spPr>
        <p:txBody>
          <a:bodyPr/>
          <a:lstStyle/>
          <a:p>
            <a:endParaRPr lang="en-US"/>
          </a:p>
        </p:txBody>
      </p:sp>
      <p:sp>
        <p:nvSpPr>
          <p:cNvPr id="21" name="Shape 18"/>
          <p:cNvSpPr/>
          <p:nvPr/>
        </p:nvSpPr>
        <p:spPr>
          <a:xfrm>
            <a:off x="1846883" y="3655989"/>
            <a:ext cx="182880" cy="182880"/>
          </a:xfrm>
          <a:prstGeom prst="ellipse">
            <a:avLst/>
          </a:prstGeom>
          <a:solidFill>
            <a:srgbClr val="168A91"/>
          </a:solidFill>
          <a:ln w="12700">
            <a:solidFill>
              <a:srgbClr val="168A91"/>
            </a:solidFill>
            <a:prstDash val="solid"/>
          </a:ln>
        </p:spPr>
        <p:txBody>
          <a:bodyPr/>
          <a:lstStyle/>
          <a:p>
            <a:endParaRPr lang="en-US"/>
          </a:p>
        </p:txBody>
      </p:sp>
      <p:sp>
        <p:nvSpPr>
          <p:cNvPr id="22" name="Shape 19"/>
          <p:cNvSpPr/>
          <p:nvPr/>
        </p:nvSpPr>
        <p:spPr>
          <a:xfrm>
            <a:off x="1739383" y="3598529"/>
            <a:ext cx="182880" cy="182880"/>
          </a:xfrm>
          <a:prstGeom prst="ellipse">
            <a:avLst/>
          </a:prstGeom>
          <a:solidFill>
            <a:srgbClr val="168A91"/>
          </a:solidFill>
          <a:ln w="12700">
            <a:solidFill>
              <a:srgbClr val="168A91"/>
            </a:solidFill>
            <a:prstDash val="solid"/>
          </a:ln>
        </p:spPr>
        <p:txBody>
          <a:bodyPr/>
          <a:lstStyle/>
          <a:p>
            <a:endParaRPr lang="en-US"/>
          </a:p>
        </p:txBody>
      </p:sp>
      <p:sp>
        <p:nvSpPr>
          <p:cNvPr id="23" name="Shape 20"/>
          <p:cNvSpPr/>
          <p:nvPr/>
        </p:nvSpPr>
        <p:spPr>
          <a:xfrm>
            <a:off x="1645159" y="3521201"/>
            <a:ext cx="182880" cy="182880"/>
          </a:xfrm>
          <a:prstGeom prst="ellipse">
            <a:avLst/>
          </a:prstGeom>
          <a:solidFill>
            <a:srgbClr val="168A91"/>
          </a:solidFill>
          <a:ln w="12700">
            <a:solidFill>
              <a:srgbClr val="168A91"/>
            </a:solidFill>
            <a:prstDash val="solid"/>
          </a:ln>
        </p:spPr>
        <p:txBody>
          <a:bodyPr/>
          <a:lstStyle/>
          <a:p>
            <a:endParaRPr lang="en-US"/>
          </a:p>
        </p:txBody>
      </p:sp>
      <p:sp>
        <p:nvSpPr>
          <p:cNvPr id="24" name="Shape 21"/>
          <p:cNvSpPr/>
          <p:nvPr/>
        </p:nvSpPr>
        <p:spPr>
          <a:xfrm>
            <a:off x="1567831" y="3426977"/>
            <a:ext cx="182880" cy="182880"/>
          </a:xfrm>
          <a:prstGeom prst="ellipse">
            <a:avLst/>
          </a:prstGeom>
          <a:solidFill>
            <a:srgbClr val="168A91"/>
          </a:solidFill>
          <a:ln w="12700">
            <a:solidFill>
              <a:srgbClr val="168A91"/>
            </a:solidFill>
            <a:prstDash val="solid"/>
          </a:ln>
        </p:spPr>
        <p:txBody>
          <a:bodyPr/>
          <a:lstStyle/>
          <a:p>
            <a:endParaRPr lang="en-US"/>
          </a:p>
        </p:txBody>
      </p:sp>
      <p:sp>
        <p:nvSpPr>
          <p:cNvPr id="25" name="Shape 22"/>
          <p:cNvSpPr/>
          <p:nvPr/>
        </p:nvSpPr>
        <p:spPr>
          <a:xfrm>
            <a:off x="1510371" y="3319477"/>
            <a:ext cx="182880" cy="182880"/>
          </a:xfrm>
          <a:prstGeom prst="ellipse">
            <a:avLst/>
          </a:prstGeom>
          <a:solidFill>
            <a:srgbClr val="168A91"/>
          </a:solidFill>
          <a:ln w="12700">
            <a:solidFill>
              <a:srgbClr val="168A91"/>
            </a:solidFill>
            <a:prstDash val="solid"/>
          </a:ln>
        </p:spPr>
        <p:txBody>
          <a:bodyPr/>
          <a:lstStyle/>
          <a:p>
            <a:endParaRPr lang="en-US"/>
          </a:p>
        </p:txBody>
      </p:sp>
      <p:sp>
        <p:nvSpPr>
          <p:cNvPr id="26" name="Shape 23"/>
          <p:cNvSpPr/>
          <p:nvPr/>
        </p:nvSpPr>
        <p:spPr>
          <a:xfrm>
            <a:off x="1474988" y="3202834"/>
            <a:ext cx="182880" cy="182880"/>
          </a:xfrm>
          <a:prstGeom prst="ellipse">
            <a:avLst/>
          </a:prstGeom>
          <a:solidFill>
            <a:srgbClr val="168A91"/>
          </a:solidFill>
          <a:ln w="12700">
            <a:solidFill>
              <a:srgbClr val="168A91"/>
            </a:solidFill>
            <a:prstDash val="solid"/>
          </a:ln>
        </p:spPr>
        <p:txBody>
          <a:bodyPr/>
          <a:lstStyle/>
          <a:p>
            <a:endParaRPr lang="en-US"/>
          </a:p>
        </p:txBody>
      </p:sp>
      <p:sp>
        <p:nvSpPr>
          <p:cNvPr id="27" name="Shape 24"/>
          <p:cNvSpPr/>
          <p:nvPr/>
        </p:nvSpPr>
        <p:spPr>
          <a:xfrm>
            <a:off x="1463040" y="3081528"/>
            <a:ext cx="182880" cy="182880"/>
          </a:xfrm>
          <a:prstGeom prst="ellipse">
            <a:avLst/>
          </a:prstGeom>
          <a:solidFill>
            <a:srgbClr val="168A91"/>
          </a:solidFill>
          <a:ln w="12700">
            <a:solidFill>
              <a:srgbClr val="168A91"/>
            </a:solidFill>
            <a:prstDash val="solid"/>
          </a:ln>
        </p:spPr>
        <p:txBody>
          <a:bodyPr/>
          <a:lstStyle/>
          <a:p>
            <a:endParaRPr lang="en-US"/>
          </a:p>
        </p:txBody>
      </p:sp>
      <p:sp>
        <p:nvSpPr>
          <p:cNvPr id="28" name="Shape 25"/>
          <p:cNvSpPr/>
          <p:nvPr/>
        </p:nvSpPr>
        <p:spPr>
          <a:xfrm>
            <a:off x="1474988" y="2960222"/>
            <a:ext cx="182880" cy="182880"/>
          </a:xfrm>
          <a:prstGeom prst="ellipse">
            <a:avLst/>
          </a:prstGeom>
          <a:solidFill>
            <a:srgbClr val="168A91"/>
          </a:solidFill>
          <a:ln w="12700">
            <a:solidFill>
              <a:srgbClr val="168A91"/>
            </a:solidFill>
            <a:prstDash val="solid"/>
          </a:ln>
        </p:spPr>
        <p:txBody>
          <a:bodyPr/>
          <a:lstStyle/>
          <a:p>
            <a:endParaRPr lang="en-US"/>
          </a:p>
        </p:txBody>
      </p:sp>
      <p:sp>
        <p:nvSpPr>
          <p:cNvPr id="29" name="Shape 26"/>
          <p:cNvSpPr/>
          <p:nvPr/>
        </p:nvSpPr>
        <p:spPr>
          <a:xfrm>
            <a:off x="1510371" y="2843579"/>
            <a:ext cx="182880" cy="182880"/>
          </a:xfrm>
          <a:prstGeom prst="ellipse">
            <a:avLst/>
          </a:prstGeom>
          <a:solidFill>
            <a:srgbClr val="168A91"/>
          </a:solidFill>
          <a:ln w="12700">
            <a:solidFill>
              <a:srgbClr val="168A91"/>
            </a:solidFill>
            <a:prstDash val="solid"/>
          </a:ln>
        </p:spPr>
        <p:txBody>
          <a:bodyPr/>
          <a:lstStyle/>
          <a:p>
            <a:endParaRPr lang="en-US"/>
          </a:p>
        </p:txBody>
      </p:sp>
      <p:sp>
        <p:nvSpPr>
          <p:cNvPr id="30" name="Shape 27"/>
          <p:cNvSpPr/>
          <p:nvPr/>
        </p:nvSpPr>
        <p:spPr>
          <a:xfrm>
            <a:off x="1567831" y="2736079"/>
            <a:ext cx="182880" cy="182880"/>
          </a:xfrm>
          <a:prstGeom prst="ellipse">
            <a:avLst/>
          </a:prstGeom>
          <a:solidFill>
            <a:srgbClr val="168A91"/>
          </a:solidFill>
          <a:ln w="12700">
            <a:solidFill>
              <a:srgbClr val="168A91"/>
            </a:solidFill>
            <a:prstDash val="solid"/>
          </a:ln>
        </p:spPr>
        <p:txBody>
          <a:bodyPr/>
          <a:lstStyle/>
          <a:p>
            <a:endParaRPr lang="en-US"/>
          </a:p>
        </p:txBody>
      </p:sp>
      <p:sp>
        <p:nvSpPr>
          <p:cNvPr id="31" name="Shape 28"/>
          <p:cNvSpPr/>
          <p:nvPr/>
        </p:nvSpPr>
        <p:spPr>
          <a:xfrm>
            <a:off x="1645159" y="2641855"/>
            <a:ext cx="182880" cy="182880"/>
          </a:xfrm>
          <a:prstGeom prst="ellipse">
            <a:avLst/>
          </a:prstGeom>
          <a:solidFill>
            <a:srgbClr val="168A91"/>
          </a:solidFill>
          <a:ln w="12700">
            <a:solidFill>
              <a:srgbClr val="168A91"/>
            </a:solidFill>
            <a:prstDash val="solid"/>
          </a:ln>
        </p:spPr>
        <p:txBody>
          <a:bodyPr/>
          <a:lstStyle/>
          <a:p>
            <a:endParaRPr lang="en-US"/>
          </a:p>
        </p:txBody>
      </p:sp>
      <p:sp>
        <p:nvSpPr>
          <p:cNvPr id="32" name="Shape 29"/>
          <p:cNvSpPr/>
          <p:nvPr/>
        </p:nvSpPr>
        <p:spPr>
          <a:xfrm>
            <a:off x="1739383" y="2564527"/>
            <a:ext cx="182880" cy="182880"/>
          </a:xfrm>
          <a:prstGeom prst="ellipse">
            <a:avLst/>
          </a:prstGeom>
          <a:solidFill>
            <a:srgbClr val="168A91"/>
          </a:solidFill>
          <a:ln w="12700">
            <a:solidFill>
              <a:srgbClr val="168A91"/>
            </a:solidFill>
            <a:prstDash val="solid"/>
          </a:ln>
        </p:spPr>
        <p:txBody>
          <a:bodyPr/>
          <a:lstStyle/>
          <a:p>
            <a:endParaRPr lang="en-US"/>
          </a:p>
        </p:txBody>
      </p:sp>
      <p:sp>
        <p:nvSpPr>
          <p:cNvPr id="33" name="Shape 30"/>
          <p:cNvSpPr/>
          <p:nvPr/>
        </p:nvSpPr>
        <p:spPr>
          <a:xfrm>
            <a:off x="1846883" y="2507067"/>
            <a:ext cx="182880" cy="182880"/>
          </a:xfrm>
          <a:prstGeom prst="ellipse">
            <a:avLst/>
          </a:prstGeom>
          <a:solidFill>
            <a:srgbClr val="168A91"/>
          </a:solidFill>
          <a:ln w="12700">
            <a:solidFill>
              <a:srgbClr val="168A91"/>
            </a:solidFill>
            <a:prstDash val="solid"/>
          </a:ln>
        </p:spPr>
        <p:txBody>
          <a:bodyPr/>
          <a:lstStyle/>
          <a:p>
            <a:endParaRPr lang="en-US"/>
          </a:p>
        </p:txBody>
      </p:sp>
      <p:sp>
        <p:nvSpPr>
          <p:cNvPr id="34" name="Shape 31"/>
          <p:cNvSpPr/>
          <p:nvPr/>
        </p:nvSpPr>
        <p:spPr>
          <a:xfrm>
            <a:off x="1963526" y="2471684"/>
            <a:ext cx="182880" cy="182880"/>
          </a:xfrm>
          <a:prstGeom prst="ellipse">
            <a:avLst/>
          </a:prstGeom>
          <a:solidFill>
            <a:srgbClr val="168A91"/>
          </a:solidFill>
          <a:ln w="12700">
            <a:solidFill>
              <a:srgbClr val="168A91"/>
            </a:solidFill>
            <a:prstDash val="solid"/>
          </a:ln>
        </p:spPr>
        <p:txBody>
          <a:bodyPr/>
          <a:lstStyle/>
          <a:p>
            <a:endParaRPr lang="en-US"/>
          </a:p>
        </p:txBody>
      </p:sp>
      <p:sp>
        <p:nvSpPr>
          <p:cNvPr id="35" name="Shape 32"/>
          <p:cNvSpPr/>
          <p:nvPr/>
        </p:nvSpPr>
        <p:spPr>
          <a:xfrm>
            <a:off x="2084832" y="2459736"/>
            <a:ext cx="182880" cy="182880"/>
          </a:xfrm>
          <a:prstGeom prst="ellipse">
            <a:avLst/>
          </a:prstGeom>
          <a:solidFill>
            <a:srgbClr val="168A91"/>
          </a:solidFill>
          <a:ln w="12700">
            <a:solidFill>
              <a:srgbClr val="168A91"/>
            </a:solidFill>
            <a:prstDash val="solid"/>
          </a:ln>
        </p:spPr>
        <p:txBody>
          <a:bodyPr/>
          <a:lstStyle/>
          <a:p>
            <a:endParaRPr lang="en-US"/>
          </a:p>
        </p:txBody>
      </p:sp>
      <p:sp>
        <p:nvSpPr>
          <p:cNvPr id="36" name="Shape 33"/>
          <p:cNvSpPr/>
          <p:nvPr/>
        </p:nvSpPr>
        <p:spPr>
          <a:xfrm>
            <a:off x="2206138" y="2471684"/>
            <a:ext cx="182880" cy="182880"/>
          </a:xfrm>
          <a:prstGeom prst="ellipse">
            <a:avLst/>
          </a:prstGeom>
          <a:solidFill>
            <a:srgbClr val="168A91"/>
          </a:solidFill>
          <a:ln w="12700">
            <a:solidFill>
              <a:srgbClr val="168A91"/>
            </a:solidFill>
            <a:prstDash val="solid"/>
          </a:ln>
        </p:spPr>
        <p:txBody>
          <a:bodyPr/>
          <a:lstStyle/>
          <a:p>
            <a:endParaRPr lang="en-US"/>
          </a:p>
        </p:txBody>
      </p:sp>
      <p:sp>
        <p:nvSpPr>
          <p:cNvPr id="37" name="Shape 34"/>
          <p:cNvSpPr/>
          <p:nvPr/>
        </p:nvSpPr>
        <p:spPr>
          <a:xfrm>
            <a:off x="2322781" y="2507067"/>
            <a:ext cx="182880" cy="182880"/>
          </a:xfrm>
          <a:prstGeom prst="ellipse">
            <a:avLst/>
          </a:prstGeom>
          <a:solidFill>
            <a:srgbClr val="168A91"/>
          </a:solidFill>
          <a:ln w="12700">
            <a:solidFill>
              <a:srgbClr val="168A91"/>
            </a:solidFill>
            <a:prstDash val="solid"/>
          </a:ln>
        </p:spPr>
        <p:txBody>
          <a:bodyPr/>
          <a:lstStyle/>
          <a:p>
            <a:endParaRPr lang="en-US"/>
          </a:p>
        </p:txBody>
      </p:sp>
      <p:sp>
        <p:nvSpPr>
          <p:cNvPr id="38" name="Shape 35"/>
          <p:cNvSpPr/>
          <p:nvPr/>
        </p:nvSpPr>
        <p:spPr>
          <a:xfrm>
            <a:off x="2430281" y="2564527"/>
            <a:ext cx="182880" cy="182880"/>
          </a:xfrm>
          <a:prstGeom prst="ellipse">
            <a:avLst/>
          </a:prstGeom>
          <a:solidFill>
            <a:srgbClr val="168A91"/>
          </a:solidFill>
          <a:ln w="12700">
            <a:solidFill>
              <a:srgbClr val="168A91"/>
            </a:solidFill>
            <a:prstDash val="solid"/>
          </a:ln>
        </p:spPr>
        <p:txBody>
          <a:bodyPr/>
          <a:lstStyle/>
          <a:p>
            <a:endParaRPr lang="en-US"/>
          </a:p>
        </p:txBody>
      </p:sp>
      <p:sp>
        <p:nvSpPr>
          <p:cNvPr id="39" name="Shape 36"/>
          <p:cNvSpPr/>
          <p:nvPr/>
        </p:nvSpPr>
        <p:spPr>
          <a:xfrm>
            <a:off x="2524505" y="2641855"/>
            <a:ext cx="182880" cy="182880"/>
          </a:xfrm>
          <a:prstGeom prst="ellipse">
            <a:avLst/>
          </a:prstGeom>
          <a:solidFill>
            <a:srgbClr val="168A91"/>
          </a:solidFill>
          <a:ln w="12700">
            <a:solidFill>
              <a:srgbClr val="168A91"/>
            </a:solidFill>
            <a:prstDash val="solid"/>
          </a:ln>
        </p:spPr>
        <p:txBody>
          <a:bodyPr/>
          <a:lstStyle/>
          <a:p>
            <a:endParaRPr lang="en-US"/>
          </a:p>
        </p:txBody>
      </p:sp>
      <p:sp>
        <p:nvSpPr>
          <p:cNvPr id="40" name="Shape 37"/>
          <p:cNvSpPr/>
          <p:nvPr/>
        </p:nvSpPr>
        <p:spPr>
          <a:xfrm>
            <a:off x="2601833" y="2736079"/>
            <a:ext cx="182880" cy="182880"/>
          </a:xfrm>
          <a:prstGeom prst="ellipse">
            <a:avLst/>
          </a:prstGeom>
          <a:solidFill>
            <a:srgbClr val="168A91"/>
          </a:solidFill>
          <a:ln w="12700">
            <a:solidFill>
              <a:srgbClr val="168A91"/>
            </a:solidFill>
            <a:prstDash val="solid"/>
          </a:ln>
        </p:spPr>
        <p:txBody>
          <a:bodyPr/>
          <a:lstStyle/>
          <a:p>
            <a:endParaRPr lang="en-US"/>
          </a:p>
        </p:txBody>
      </p:sp>
      <p:sp>
        <p:nvSpPr>
          <p:cNvPr id="41" name="Shape 38"/>
          <p:cNvSpPr/>
          <p:nvPr/>
        </p:nvSpPr>
        <p:spPr>
          <a:xfrm>
            <a:off x="2659293" y="2843579"/>
            <a:ext cx="182880" cy="182880"/>
          </a:xfrm>
          <a:prstGeom prst="ellipse">
            <a:avLst/>
          </a:prstGeom>
          <a:solidFill>
            <a:srgbClr val="168A91"/>
          </a:solidFill>
          <a:ln w="12700">
            <a:solidFill>
              <a:srgbClr val="168A91"/>
            </a:solidFill>
            <a:prstDash val="solid"/>
          </a:ln>
        </p:spPr>
        <p:txBody>
          <a:bodyPr/>
          <a:lstStyle/>
          <a:p>
            <a:endParaRPr lang="en-US"/>
          </a:p>
        </p:txBody>
      </p:sp>
      <p:sp>
        <p:nvSpPr>
          <p:cNvPr id="42" name="Shape 39"/>
          <p:cNvSpPr/>
          <p:nvPr/>
        </p:nvSpPr>
        <p:spPr>
          <a:xfrm>
            <a:off x="2694676" y="2960222"/>
            <a:ext cx="182880" cy="182880"/>
          </a:xfrm>
          <a:prstGeom prst="ellipse">
            <a:avLst/>
          </a:prstGeom>
          <a:solidFill>
            <a:srgbClr val="168A91"/>
          </a:solidFill>
          <a:ln w="12700">
            <a:solidFill>
              <a:srgbClr val="168A91"/>
            </a:solidFill>
            <a:prstDash val="solid"/>
          </a:ln>
        </p:spPr>
        <p:txBody>
          <a:bodyPr/>
          <a:lstStyle/>
          <a:p>
            <a:endParaRPr lang="en-US"/>
          </a:p>
        </p:txBody>
      </p:sp>
      <p:sp>
        <p:nvSpPr>
          <p:cNvPr id="43" name="Shape 40"/>
          <p:cNvSpPr/>
          <p:nvPr/>
        </p:nvSpPr>
        <p:spPr>
          <a:xfrm>
            <a:off x="5010912" y="2441448"/>
            <a:ext cx="1463040" cy="1463040"/>
          </a:xfrm>
          <a:prstGeom prst="ellipse">
            <a:avLst/>
          </a:prstGeom>
          <a:solidFill>
            <a:srgbClr val="F2F5F7"/>
          </a:solidFill>
          <a:ln w="50800">
            <a:solidFill>
              <a:srgbClr val="0066B3"/>
            </a:solidFill>
            <a:prstDash val="solid"/>
          </a:ln>
        </p:spPr>
        <p:txBody>
          <a:bodyPr/>
          <a:lstStyle/>
          <a:p>
            <a:endParaRPr lang="en-US"/>
          </a:p>
        </p:txBody>
      </p:sp>
      <p:sp>
        <p:nvSpPr>
          <p:cNvPr id="44" name="Shape 41"/>
          <p:cNvSpPr/>
          <p:nvPr/>
        </p:nvSpPr>
        <p:spPr>
          <a:xfrm>
            <a:off x="5285232" y="2715768"/>
            <a:ext cx="914400" cy="914400"/>
          </a:xfrm>
          <a:prstGeom prst="ellipse">
            <a:avLst/>
          </a:prstGeom>
          <a:solidFill>
            <a:srgbClr val="FFFFFF"/>
          </a:solidFill>
          <a:ln w="12700">
            <a:solidFill>
              <a:srgbClr val="C9D6DF"/>
            </a:solidFill>
            <a:prstDash val="solid"/>
          </a:ln>
        </p:spPr>
        <p:txBody>
          <a:bodyPr/>
          <a:lstStyle/>
          <a:p>
            <a:endParaRPr lang="en-US"/>
          </a:p>
        </p:txBody>
      </p:sp>
      <p:sp>
        <p:nvSpPr>
          <p:cNvPr id="45" name="Shape 42"/>
          <p:cNvSpPr/>
          <p:nvPr/>
        </p:nvSpPr>
        <p:spPr>
          <a:xfrm>
            <a:off x="5632704" y="2441448"/>
            <a:ext cx="219456" cy="219456"/>
          </a:xfrm>
          <a:prstGeom prst="ellipse">
            <a:avLst/>
          </a:prstGeom>
          <a:solidFill>
            <a:srgbClr val="C97421"/>
          </a:solidFill>
          <a:ln w="12700">
            <a:solidFill>
              <a:srgbClr val="C97421"/>
            </a:solidFill>
            <a:prstDash val="solid"/>
          </a:ln>
        </p:spPr>
        <p:txBody>
          <a:bodyPr/>
          <a:lstStyle/>
          <a:p>
            <a:endParaRPr lang="en-US"/>
          </a:p>
        </p:txBody>
      </p:sp>
      <p:sp>
        <p:nvSpPr>
          <p:cNvPr id="46" name="Shape 43"/>
          <p:cNvSpPr/>
          <p:nvPr/>
        </p:nvSpPr>
        <p:spPr>
          <a:xfrm>
            <a:off x="5683606" y="2443535"/>
            <a:ext cx="219456" cy="219456"/>
          </a:xfrm>
          <a:prstGeom prst="ellipse">
            <a:avLst/>
          </a:prstGeom>
          <a:solidFill>
            <a:srgbClr val="C97421"/>
          </a:solidFill>
          <a:ln w="12700">
            <a:solidFill>
              <a:srgbClr val="C97421"/>
            </a:solidFill>
            <a:prstDash val="solid"/>
          </a:ln>
        </p:spPr>
        <p:txBody>
          <a:bodyPr/>
          <a:lstStyle/>
          <a:p>
            <a:endParaRPr lang="en-US"/>
          </a:p>
        </p:txBody>
      </p:sp>
      <p:sp>
        <p:nvSpPr>
          <p:cNvPr id="47" name="Shape 44"/>
          <p:cNvSpPr/>
          <p:nvPr/>
        </p:nvSpPr>
        <p:spPr>
          <a:xfrm>
            <a:off x="5734166" y="2449782"/>
            <a:ext cx="219456" cy="219456"/>
          </a:xfrm>
          <a:prstGeom prst="ellipse">
            <a:avLst/>
          </a:prstGeom>
          <a:solidFill>
            <a:srgbClr val="C97421"/>
          </a:solidFill>
          <a:ln w="12700">
            <a:solidFill>
              <a:srgbClr val="C97421"/>
            </a:solidFill>
            <a:prstDash val="solid"/>
          </a:ln>
        </p:spPr>
        <p:txBody>
          <a:bodyPr/>
          <a:lstStyle/>
          <a:p>
            <a:endParaRPr lang="en-US"/>
          </a:p>
        </p:txBody>
      </p:sp>
      <p:sp>
        <p:nvSpPr>
          <p:cNvPr id="48" name="Shape 45"/>
          <p:cNvSpPr/>
          <p:nvPr/>
        </p:nvSpPr>
        <p:spPr>
          <a:xfrm>
            <a:off x="5784045" y="2460147"/>
            <a:ext cx="219456" cy="219456"/>
          </a:xfrm>
          <a:prstGeom prst="ellipse">
            <a:avLst/>
          </a:prstGeom>
          <a:solidFill>
            <a:srgbClr val="C97421"/>
          </a:solidFill>
          <a:ln w="12700">
            <a:solidFill>
              <a:srgbClr val="C97421"/>
            </a:solidFill>
            <a:prstDash val="solid"/>
          </a:ln>
        </p:spPr>
        <p:txBody>
          <a:bodyPr/>
          <a:lstStyle/>
          <a:p>
            <a:endParaRPr lang="en-US"/>
          </a:p>
        </p:txBody>
      </p:sp>
      <p:sp>
        <p:nvSpPr>
          <p:cNvPr id="49" name="Shape 46"/>
          <p:cNvSpPr/>
          <p:nvPr/>
        </p:nvSpPr>
        <p:spPr>
          <a:xfrm>
            <a:off x="5832908" y="2474560"/>
            <a:ext cx="219456" cy="219456"/>
          </a:xfrm>
          <a:prstGeom prst="ellipse">
            <a:avLst/>
          </a:prstGeom>
          <a:solidFill>
            <a:srgbClr val="C97421"/>
          </a:solidFill>
          <a:ln w="12700">
            <a:solidFill>
              <a:srgbClr val="C97421"/>
            </a:solidFill>
            <a:prstDash val="solid"/>
          </a:ln>
        </p:spPr>
        <p:txBody>
          <a:bodyPr/>
          <a:lstStyle/>
          <a:p>
            <a:endParaRPr lang="en-US"/>
          </a:p>
        </p:txBody>
      </p:sp>
      <p:sp>
        <p:nvSpPr>
          <p:cNvPr id="50" name="Shape 47"/>
          <p:cNvSpPr/>
          <p:nvPr/>
        </p:nvSpPr>
        <p:spPr>
          <a:xfrm>
            <a:off x="5880427" y="2492925"/>
            <a:ext cx="219456" cy="219456"/>
          </a:xfrm>
          <a:prstGeom prst="ellipse">
            <a:avLst/>
          </a:prstGeom>
          <a:solidFill>
            <a:srgbClr val="C97421"/>
          </a:solidFill>
          <a:ln w="12700">
            <a:solidFill>
              <a:srgbClr val="C97421"/>
            </a:solidFill>
            <a:prstDash val="solid"/>
          </a:ln>
        </p:spPr>
        <p:txBody>
          <a:bodyPr/>
          <a:lstStyle/>
          <a:p>
            <a:endParaRPr lang="en-US"/>
          </a:p>
        </p:txBody>
      </p:sp>
      <p:sp>
        <p:nvSpPr>
          <p:cNvPr id="51" name="Shape 48"/>
          <p:cNvSpPr/>
          <p:nvPr/>
        </p:nvSpPr>
        <p:spPr>
          <a:xfrm>
            <a:off x="5926283" y="2515119"/>
            <a:ext cx="219456" cy="219456"/>
          </a:xfrm>
          <a:prstGeom prst="ellipse">
            <a:avLst/>
          </a:prstGeom>
          <a:solidFill>
            <a:srgbClr val="C97421"/>
          </a:solidFill>
          <a:ln w="12700">
            <a:solidFill>
              <a:srgbClr val="C97421"/>
            </a:solidFill>
            <a:prstDash val="solid"/>
          </a:ln>
        </p:spPr>
        <p:txBody>
          <a:bodyPr/>
          <a:lstStyle/>
          <a:p>
            <a:endParaRPr lang="en-US"/>
          </a:p>
        </p:txBody>
      </p:sp>
      <p:sp>
        <p:nvSpPr>
          <p:cNvPr id="52" name="Shape 49"/>
          <p:cNvSpPr/>
          <p:nvPr/>
        </p:nvSpPr>
        <p:spPr>
          <a:xfrm>
            <a:off x="5970168" y="2540992"/>
            <a:ext cx="219456" cy="219456"/>
          </a:xfrm>
          <a:prstGeom prst="ellipse">
            <a:avLst/>
          </a:prstGeom>
          <a:solidFill>
            <a:srgbClr val="C97421"/>
          </a:solidFill>
          <a:ln w="12700">
            <a:solidFill>
              <a:srgbClr val="C97421"/>
            </a:solidFill>
            <a:prstDash val="solid"/>
          </a:ln>
        </p:spPr>
        <p:txBody>
          <a:bodyPr/>
          <a:lstStyle/>
          <a:p>
            <a:endParaRPr lang="en-US"/>
          </a:p>
        </p:txBody>
      </p:sp>
      <p:sp>
        <p:nvSpPr>
          <p:cNvPr id="53" name="Shape 50"/>
          <p:cNvSpPr/>
          <p:nvPr/>
        </p:nvSpPr>
        <p:spPr>
          <a:xfrm>
            <a:off x="6011788" y="2570370"/>
            <a:ext cx="219456" cy="219456"/>
          </a:xfrm>
          <a:prstGeom prst="ellipse">
            <a:avLst/>
          </a:prstGeom>
          <a:solidFill>
            <a:srgbClr val="C97421"/>
          </a:solidFill>
          <a:ln w="12700">
            <a:solidFill>
              <a:srgbClr val="C97421"/>
            </a:solidFill>
            <a:prstDash val="solid"/>
          </a:ln>
        </p:spPr>
        <p:txBody>
          <a:bodyPr/>
          <a:lstStyle/>
          <a:p>
            <a:endParaRPr lang="en-US"/>
          </a:p>
        </p:txBody>
      </p:sp>
      <p:sp>
        <p:nvSpPr>
          <p:cNvPr id="54" name="Shape 51"/>
          <p:cNvSpPr/>
          <p:nvPr/>
        </p:nvSpPr>
        <p:spPr>
          <a:xfrm>
            <a:off x="6050864" y="2603058"/>
            <a:ext cx="219456" cy="219456"/>
          </a:xfrm>
          <a:prstGeom prst="ellipse">
            <a:avLst/>
          </a:prstGeom>
          <a:solidFill>
            <a:srgbClr val="C97421"/>
          </a:solidFill>
          <a:ln w="12700">
            <a:solidFill>
              <a:srgbClr val="C97421"/>
            </a:solidFill>
            <a:prstDash val="solid"/>
          </a:ln>
        </p:spPr>
        <p:txBody>
          <a:bodyPr/>
          <a:lstStyle/>
          <a:p>
            <a:endParaRPr lang="en-US"/>
          </a:p>
        </p:txBody>
      </p:sp>
      <p:sp>
        <p:nvSpPr>
          <p:cNvPr id="55" name="Shape 52"/>
          <p:cNvSpPr/>
          <p:nvPr/>
        </p:nvSpPr>
        <p:spPr>
          <a:xfrm>
            <a:off x="6087132" y="2638834"/>
            <a:ext cx="219456" cy="219456"/>
          </a:xfrm>
          <a:prstGeom prst="ellipse">
            <a:avLst/>
          </a:prstGeom>
          <a:solidFill>
            <a:srgbClr val="C97421"/>
          </a:solidFill>
          <a:ln w="12700">
            <a:solidFill>
              <a:srgbClr val="C97421"/>
            </a:solidFill>
            <a:prstDash val="solid"/>
          </a:ln>
        </p:spPr>
        <p:txBody>
          <a:bodyPr/>
          <a:lstStyle/>
          <a:p>
            <a:endParaRPr lang="en-US"/>
          </a:p>
        </p:txBody>
      </p:sp>
      <p:sp>
        <p:nvSpPr>
          <p:cNvPr id="56" name="Shape 53"/>
          <p:cNvSpPr/>
          <p:nvPr/>
        </p:nvSpPr>
        <p:spPr>
          <a:xfrm>
            <a:off x="6120350" y="2677459"/>
            <a:ext cx="219456" cy="219456"/>
          </a:xfrm>
          <a:prstGeom prst="ellipse">
            <a:avLst/>
          </a:prstGeom>
          <a:solidFill>
            <a:srgbClr val="C97421"/>
          </a:solidFill>
          <a:ln w="12700">
            <a:solidFill>
              <a:srgbClr val="C97421"/>
            </a:solidFill>
            <a:prstDash val="solid"/>
          </a:ln>
        </p:spPr>
        <p:txBody>
          <a:bodyPr/>
          <a:lstStyle/>
          <a:p>
            <a:endParaRPr lang="en-US"/>
          </a:p>
        </p:txBody>
      </p:sp>
      <p:sp>
        <p:nvSpPr>
          <p:cNvPr id="57" name="Shape 54"/>
          <p:cNvSpPr/>
          <p:nvPr/>
        </p:nvSpPr>
        <p:spPr>
          <a:xfrm>
            <a:off x="6150294" y="2718674"/>
            <a:ext cx="219456" cy="219456"/>
          </a:xfrm>
          <a:prstGeom prst="ellipse">
            <a:avLst/>
          </a:prstGeom>
          <a:solidFill>
            <a:srgbClr val="C97421"/>
          </a:solidFill>
          <a:ln w="12700">
            <a:solidFill>
              <a:srgbClr val="C97421"/>
            </a:solidFill>
            <a:prstDash val="solid"/>
          </a:ln>
        </p:spPr>
        <p:txBody>
          <a:bodyPr/>
          <a:lstStyle/>
          <a:p>
            <a:endParaRPr lang="en-US"/>
          </a:p>
        </p:txBody>
      </p:sp>
      <p:sp>
        <p:nvSpPr>
          <p:cNvPr id="58" name="Shape 55"/>
          <p:cNvSpPr/>
          <p:nvPr/>
        </p:nvSpPr>
        <p:spPr>
          <a:xfrm>
            <a:off x="6176764" y="2762202"/>
            <a:ext cx="219456" cy="219456"/>
          </a:xfrm>
          <a:prstGeom prst="ellipse">
            <a:avLst/>
          </a:prstGeom>
          <a:solidFill>
            <a:srgbClr val="C97421"/>
          </a:solidFill>
          <a:ln w="12700">
            <a:solidFill>
              <a:srgbClr val="C97421"/>
            </a:solidFill>
            <a:prstDash val="solid"/>
          </a:ln>
        </p:spPr>
        <p:txBody>
          <a:bodyPr/>
          <a:lstStyle/>
          <a:p>
            <a:endParaRPr lang="en-US"/>
          </a:p>
        </p:txBody>
      </p:sp>
      <p:sp>
        <p:nvSpPr>
          <p:cNvPr id="59" name="Shape 56"/>
          <p:cNvSpPr/>
          <p:nvPr/>
        </p:nvSpPr>
        <p:spPr>
          <a:xfrm>
            <a:off x="6199582" y="2807751"/>
            <a:ext cx="219456" cy="219456"/>
          </a:xfrm>
          <a:prstGeom prst="ellipse">
            <a:avLst/>
          </a:prstGeom>
          <a:solidFill>
            <a:srgbClr val="C97421"/>
          </a:solidFill>
          <a:ln w="12700">
            <a:solidFill>
              <a:srgbClr val="C97421"/>
            </a:solidFill>
            <a:prstDash val="solid"/>
          </a:ln>
        </p:spPr>
        <p:txBody>
          <a:bodyPr/>
          <a:lstStyle/>
          <a:p>
            <a:endParaRPr lang="en-US"/>
          </a:p>
        </p:txBody>
      </p:sp>
      <p:sp>
        <p:nvSpPr>
          <p:cNvPr id="60" name="Shape 57"/>
          <p:cNvSpPr/>
          <p:nvPr/>
        </p:nvSpPr>
        <p:spPr>
          <a:xfrm>
            <a:off x="6218594" y="2855015"/>
            <a:ext cx="219456" cy="219456"/>
          </a:xfrm>
          <a:prstGeom prst="ellipse">
            <a:avLst/>
          </a:prstGeom>
          <a:solidFill>
            <a:srgbClr val="C97421"/>
          </a:solidFill>
          <a:ln w="12700">
            <a:solidFill>
              <a:srgbClr val="C97421"/>
            </a:solidFill>
            <a:prstDash val="solid"/>
          </a:ln>
        </p:spPr>
        <p:txBody>
          <a:bodyPr/>
          <a:lstStyle/>
          <a:p>
            <a:endParaRPr lang="en-US"/>
          </a:p>
        </p:txBody>
      </p:sp>
      <p:sp>
        <p:nvSpPr>
          <p:cNvPr id="61" name="Shape 58"/>
          <p:cNvSpPr/>
          <p:nvPr/>
        </p:nvSpPr>
        <p:spPr>
          <a:xfrm>
            <a:off x="6233674" y="2903676"/>
            <a:ext cx="219456" cy="219456"/>
          </a:xfrm>
          <a:prstGeom prst="ellipse">
            <a:avLst/>
          </a:prstGeom>
          <a:solidFill>
            <a:srgbClr val="C97421"/>
          </a:solidFill>
          <a:ln w="12700">
            <a:solidFill>
              <a:srgbClr val="C97421"/>
            </a:solidFill>
            <a:prstDash val="solid"/>
          </a:ln>
        </p:spPr>
        <p:txBody>
          <a:bodyPr/>
          <a:lstStyle/>
          <a:p>
            <a:endParaRPr lang="en-US"/>
          </a:p>
        </p:txBody>
      </p:sp>
      <p:sp>
        <p:nvSpPr>
          <p:cNvPr id="62" name="Shape 59"/>
          <p:cNvSpPr/>
          <p:nvPr/>
        </p:nvSpPr>
        <p:spPr>
          <a:xfrm>
            <a:off x="6244719" y="2953409"/>
            <a:ext cx="219456" cy="219456"/>
          </a:xfrm>
          <a:prstGeom prst="ellipse">
            <a:avLst/>
          </a:prstGeom>
          <a:solidFill>
            <a:srgbClr val="C97421"/>
          </a:solidFill>
          <a:ln w="12700">
            <a:solidFill>
              <a:srgbClr val="C97421"/>
            </a:solidFill>
            <a:prstDash val="solid"/>
          </a:ln>
        </p:spPr>
        <p:txBody>
          <a:bodyPr/>
          <a:lstStyle/>
          <a:p>
            <a:endParaRPr lang="en-US"/>
          </a:p>
        </p:txBody>
      </p:sp>
      <p:sp>
        <p:nvSpPr>
          <p:cNvPr id="63" name="Shape 60"/>
          <p:cNvSpPr/>
          <p:nvPr/>
        </p:nvSpPr>
        <p:spPr>
          <a:xfrm>
            <a:off x="6251656" y="3003879"/>
            <a:ext cx="219456" cy="219456"/>
          </a:xfrm>
          <a:prstGeom prst="ellipse">
            <a:avLst/>
          </a:prstGeom>
          <a:solidFill>
            <a:srgbClr val="C97421"/>
          </a:solidFill>
          <a:ln w="12700">
            <a:solidFill>
              <a:srgbClr val="C97421"/>
            </a:solidFill>
            <a:prstDash val="solid"/>
          </a:ln>
        </p:spPr>
        <p:txBody>
          <a:bodyPr/>
          <a:lstStyle/>
          <a:p>
            <a:endParaRPr lang="en-US"/>
          </a:p>
        </p:txBody>
      </p:sp>
      <p:sp>
        <p:nvSpPr>
          <p:cNvPr id="64" name="Shape 61"/>
          <p:cNvSpPr/>
          <p:nvPr/>
        </p:nvSpPr>
        <p:spPr>
          <a:xfrm>
            <a:off x="6254438" y="3054747"/>
            <a:ext cx="219456" cy="219456"/>
          </a:xfrm>
          <a:prstGeom prst="ellipse">
            <a:avLst/>
          </a:prstGeom>
          <a:solidFill>
            <a:srgbClr val="C97421"/>
          </a:solidFill>
          <a:ln w="12700">
            <a:solidFill>
              <a:srgbClr val="C97421"/>
            </a:solidFill>
            <a:prstDash val="solid"/>
          </a:ln>
        </p:spPr>
        <p:txBody>
          <a:bodyPr/>
          <a:lstStyle/>
          <a:p>
            <a:endParaRPr lang="en-US"/>
          </a:p>
        </p:txBody>
      </p:sp>
      <p:sp>
        <p:nvSpPr>
          <p:cNvPr id="65" name="Shape 62"/>
          <p:cNvSpPr/>
          <p:nvPr/>
        </p:nvSpPr>
        <p:spPr>
          <a:xfrm>
            <a:off x="6253046" y="3105673"/>
            <a:ext cx="219456" cy="219456"/>
          </a:xfrm>
          <a:prstGeom prst="ellipse">
            <a:avLst/>
          </a:prstGeom>
          <a:solidFill>
            <a:srgbClr val="C97421"/>
          </a:solidFill>
          <a:ln w="12700">
            <a:solidFill>
              <a:srgbClr val="C97421"/>
            </a:solidFill>
            <a:prstDash val="solid"/>
          </a:ln>
        </p:spPr>
        <p:txBody>
          <a:bodyPr/>
          <a:lstStyle/>
          <a:p>
            <a:endParaRPr lang="en-US"/>
          </a:p>
        </p:txBody>
      </p:sp>
      <p:sp>
        <p:nvSpPr>
          <p:cNvPr id="66" name="Shape 63"/>
          <p:cNvSpPr/>
          <p:nvPr/>
        </p:nvSpPr>
        <p:spPr>
          <a:xfrm>
            <a:off x="6247491" y="3156313"/>
            <a:ext cx="219456" cy="219456"/>
          </a:xfrm>
          <a:prstGeom prst="ellipse">
            <a:avLst/>
          </a:prstGeom>
          <a:solidFill>
            <a:srgbClr val="C97421"/>
          </a:solidFill>
          <a:ln w="12700">
            <a:solidFill>
              <a:srgbClr val="C97421"/>
            </a:solidFill>
            <a:prstDash val="solid"/>
          </a:ln>
        </p:spPr>
        <p:txBody>
          <a:bodyPr/>
          <a:lstStyle/>
          <a:p>
            <a:endParaRPr lang="en-US"/>
          </a:p>
        </p:txBody>
      </p:sp>
      <p:sp>
        <p:nvSpPr>
          <p:cNvPr id="67" name="Shape 64"/>
          <p:cNvSpPr/>
          <p:nvPr/>
        </p:nvSpPr>
        <p:spPr>
          <a:xfrm>
            <a:off x="6237808" y="3206329"/>
            <a:ext cx="219456" cy="219456"/>
          </a:xfrm>
          <a:prstGeom prst="ellipse">
            <a:avLst/>
          </a:prstGeom>
          <a:solidFill>
            <a:srgbClr val="C97421"/>
          </a:solidFill>
          <a:ln w="12700">
            <a:solidFill>
              <a:srgbClr val="C97421"/>
            </a:solidFill>
            <a:prstDash val="solid"/>
          </a:ln>
        </p:spPr>
        <p:txBody>
          <a:bodyPr/>
          <a:lstStyle/>
          <a:p>
            <a:endParaRPr lang="en-US"/>
          </a:p>
        </p:txBody>
      </p:sp>
      <p:sp>
        <p:nvSpPr>
          <p:cNvPr id="68" name="Shape 65"/>
          <p:cNvSpPr/>
          <p:nvPr/>
        </p:nvSpPr>
        <p:spPr>
          <a:xfrm>
            <a:off x="6224063" y="3255384"/>
            <a:ext cx="219456" cy="219456"/>
          </a:xfrm>
          <a:prstGeom prst="ellipse">
            <a:avLst/>
          </a:prstGeom>
          <a:solidFill>
            <a:srgbClr val="C97421"/>
          </a:solidFill>
          <a:ln w="12700">
            <a:solidFill>
              <a:srgbClr val="C97421"/>
            </a:solidFill>
            <a:prstDash val="solid"/>
          </a:ln>
        </p:spPr>
        <p:txBody>
          <a:bodyPr/>
          <a:lstStyle/>
          <a:p>
            <a:endParaRPr lang="en-US"/>
          </a:p>
        </p:txBody>
      </p:sp>
      <p:sp>
        <p:nvSpPr>
          <p:cNvPr id="69" name="Text 66"/>
          <p:cNvSpPr/>
          <p:nvPr/>
        </p:nvSpPr>
        <p:spPr>
          <a:xfrm>
            <a:off x="1106424" y="4142232"/>
            <a:ext cx="22860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Full admission</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70" name="Text 67"/>
          <p:cNvSpPr/>
          <p:nvPr/>
        </p:nvSpPr>
        <p:spPr>
          <a:xfrm>
            <a:off x="4663440" y="4142232"/>
            <a:ext cx="242316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Partial admission</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7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29065" y="4446042"/>
            <a:ext cx="1016800" cy="721004"/>
          </a:xfrm>
          <a:prstGeom prst="rect">
            <a:avLst/>
          </a:prstGeom>
        </p:spPr>
      </p:pic>
      <p:sp>
        <p:nvSpPr>
          <p:cNvPr id="73" name="Shape 69"/>
          <p:cNvSpPr/>
          <p:nvPr/>
        </p:nvSpPr>
        <p:spPr>
          <a:xfrm>
            <a:off x="7737653" y="2539289"/>
            <a:ext cx="78638" cy="78638"/>
          </a:xfrm>
          <a:prstGeom prst="ellipse">
            <a:avLst/>
          </a:prstGeom>
          <a:solidFill>
            <a:srgbClr val="0066B3"/>
          </a:solidFill>
          <a:ln w="12700">
            <a:solidFill>
              <a:srgbClr val="0066B3"/>
            </a:solidFill>
            <a:prstDash val="solid"/>
          </a:ln>
        </p:spPr>
        <p:txBody>
          <a:bodyPr/>
          <a:lstStyle/>
          <a:p>
            <a:endParaRPr lang="en-US"/>
          </a:p>
        </p:txBody>
      </p:sp>
      <p:sp>
        <p:nvSpPr>
          <p:cNvPr id="74" name="Text 70"/>
          <p:cNvSpPr/>
          <p:nvPr/>
        </p:nvSpPr>
        <p:spPr>
          <a:xfrm>
            <a:off x="7967123" y="2151343"/>
            <a:ext cx="3255264" cy="89611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Filling and emptying of rotor passages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75" name="Shape 71"/>
          <p:cNvSpPr/>
          <p:nvPr/>
        </p:nvSpPr>
        <p:spPr>
          <a:xfrm>
            <a:off x="7737653" y="3545129"/>
            <a:ext cx="78638" cy="78638"/>
          </a:xfrm>
          <a:prstGeom prst="ellipse">
            <a:avLst/>
          </a:prstGeom>
          <a:solidFill>
            <a:srgbClr val="0066B3"/>
          </a:solidFill>
          <a:ln w="12700">
            <a:solidFill>
              <a:srgbClr val="0066B3"/>
            </a:solidFill>
            <a:prstDash val="solid"/>
          </a:ln>
        </p:spPr>
        <p:txBody>
          <a:bodyPr/>
          <a:lstStyle/>
          <a:p>
            <a:endParaRPr lang="en-US"/>
          </a:p>
        </p:txBody>
      </p:sp>
      <p:sp>
        <p:nvSpPr>
          <p:cNvPr id="76" name="Text 72"/>
          <p:cNvSpPr/>
          <p:nvPr/>
        </p:nvSpPr>
        <p:spPr>
          <a:xfrm>
            <a:off x="7967123" y="3337936"/>
            <a:ext cx="3255264" cy="615553"/>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Ventilation </a:t>
            </a: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loss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in </a:t>
            </a: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inactive sectors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77" name="Shape 73"/>
          <p:cNvSpPr/>
          <p:nvPr/>
        </p:nvSpPr>
        <p:spPr>
          <a:xfrm>
            <a:off x="7737653" y="4550969"/>
            <a:ext cx="78638" cy="78638"/>
          </a:xfrm>
          <a:prstGeom prst="ellipse">
            <a:avLst/>
          </a:prstGeom>
          <a:solidFill>
            <a:srgbClr val="0066B3"/>
          </a:solidFill>
          <a:ln w="12700">
            <a:solidFill>
              <a:srgbClr val="0066B3"/>
            </a:solidFill>
            <a:prstDash val="solid"/>
          </a:ln>
        </p:spPr>
        <p:txBody>
          <a:bodyPr/>
          <a:lstStyle/>
          <a:p>
            <a:endParaRPr lang="en-US"/>
          </a:p>
        </p:txBody>
      </p:sp>
      <p:sp>
        <p:nvSpPr>
          <p:cNvPr id="78" name="Text 74"/>
          <p:cNvSpPr/>
          <p:nvPr/>
        </p:nvSpPr>
        <p:spPr>
          <a:xfrm>
            <a:off x="7967123" y="4191397"/>
            <a:ext cx="3255264" cy="89611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Periodic forcing and blade fatigue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79" name="Shape 75"/>
          <p:cNvSpPr/>
          <p:nvPr/>
        </p:nvSpPr>
        <p:spPr>
          <a:xfrm>
            <a:off x="731520" y="5623560"/>
            <a:ext cx="10744200" cy="512064"/>
          </a:xfrm>
          <a:prstGeom prst="rect">
            <a:avLst/>
          </a:prstGeom>
          <a:solidFill>
            <a:srgbClr val="EAF3F9"/>
          </a:solidFill>
          <a:ln w="12700">
            <a:solidFill>
              <a:srgbClr val="EAF3F9"/>
            </a:solidFill>
            <a:prstDash val="solid"/>
          </a:ln>
        </p:spPr>
        <p:txBody>
          <a:bodyPr/>
          <a:lstStyle/>
          <a:p>
            <a:endParaRPr lang="en-US"/>
          </a:p>
        </p:txBody>
      </p:sp>
      <p:sp>
        <p:nvSpPr>
          <p:cNvPr id="80" name="Text 76"/>
          <p:cNvSpPr/>
          <p:nvPr/>
        </p:nvSpPr>
        <p:spPr>
          <a:xfrm>
            <a:off x="896112" y="5715000"/>
            <a:ext cx="10415016"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A full ring of rotor blades can still be partially admitted by the stator.</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ECONOMICS AND SCALE</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3046940" y="1386966"/>
            <a:ext cx="10104120" cy="43781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45"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Smaller diameter can mean </a:t>
            </a:r>
            <a:r>
              <a:rPr kumimoji="0" lang="en-US" sz="2845"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higher speed</a:t>
            </a:r>
            <a:endParaRPr kumimoji="0" lang="en-US" sz="2845"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F21</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 4"/>
          <p:cNvSpPr/>
          <p:nvPr/>
        </p:nvSpPr>
        <p:spPr>
          <a:xfrm>
            <a:off x="1307592" y="6521177"/>
            <a:ext cx="8229600" cy="161583"/>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Derived illustration at U = 104.7 m/s and shaft power = 100 kW</a:t>
            </a:r>
            <a:endParaRPr kumimoji="0" lang="en-US"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2204" y="2139696"/>
            <a:ext cx="3933063" cy="850392"/>
          </a:xfrm>
          <a:prstGeom prst="rect">
            <a:avLst/>
          </a:prstGeom>
        </p:spPr>
      </p:pic>
      <p:sp>
        <p:nvSpPr>
          <p:cNvPr id="10" name="Shape 6"/>
          <p:cNvSpPr/>
          <p:nvPr/>
        </p:nvSpPr>
        <p:spPr>
          <a:xfrm>
            <a:off x="978408" y="3364992"/>
            <a:ext cx="4882896" cy="1664208"/>
          </a:xfrm>
          <a:prstGeom prst="rect">
            <a:avLst/>
          </a:prstGeom>
          <a:solidFill>
            <a:srgbClr val="F2F5F7"/>
          </a:solidFill>
          <a:ln w="12700">
            <a:solidFill>
              <a:srgbClr val="F2F5F7"/>
            </a:solidFill>
            <a:prstDash val="solid"/>
          </a:ln>
        </p:spPr>
        <p:txBody>
          <a:bodyPr/>
          <a:lstStyle/>
          <a:p>
            <a:endParaRPr lang="en-US"/>
          </a:p>
        </p:txBody>
      </p:sp>
      <p:sp>
        <p:nvSpPr>
          <p:cNvPr id="11" name="Text 7"/>
          <p:cNvSpPr/>
          <p:nvPr/>
        </p:nvSpPr>
        <p:spPr>
          <a:xfrm>
            <a:off x="1161288" y="3547872"/>
            <a:ext cx="4517136" cy="30175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D = 0.20 m</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8"/>
          <p:cNvSpPr/>
          <p:nvPr/>
        </p:nvSpPr>
        <p:spPr>
          <a:xfrm>
            <a:off x="1161288" y="4041648"/>
            <a:ext cx="2560320" cy="3931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10 000 rpm</a:t>
            </a:r>
            <a:endParaRPr kumimoji="0" lang="en-US" sz="26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 9"/>
          <p:cNvSpPr/>
          <p:nvPr/>
        </p:nvSpPr>
        <p:spPr>
          <a:xfrm>
            <a:off x="3721608" y="4082683"/>
            <a:ext cx="1920240" cy="33855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168A91"/>
                </a:solidFill>
                <a:effectLst/>
                <a:uLnTx/>
                <a:uFillTx/>
                <a:latin typeface="Arial" pitchFamily="34" charset="0"/>
                <a:ea typeface="Arial" pitchFamily="34" charset="-122"/>
                <a:cs typeface="Arial" pitchFamily="34" charset="-120"/>
              </a:rPr>
              <a:t>95.5 Nm</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0"/>
          <p:cNvSpPr/>
          <p:nvPr/>
        </p:nvSpPr>
        <p:spPr>
          <a:xfrm>
            <a:off x="6492240" y="3364992"/>
            <a:ext cx="4882896" cy="1664208"/>
          </a:xfrm>
          <a:prstGeom prst="rect">
            <a:avLst/>
          </a:prstGeom>
          <a:solidFill>
            <a:srgbClr val="F2F5F7"/>
          </a:solidFill>
          <a:ln w="12700">
            <a:solidFill>
              <a:srgbClr val="F2F5F7"/>
            </a:solidFill>
            <a:prstDash val="solid"/>
          </a:ln>
        </p:spPr>
        <p:txBody>
          <a:bodyPr/>
          <a:lstStyle/>
          <a:p>
            <a:endParaRPr lang="en-US"/>
          </a:p>
        </p:txBody>
      </p:sp>
      <p:sp>
        <p:nvSpPr>
          <p:cNvPr id="15" name="Text 11"/>
          <p:cNvSpPr/>
          <p:nvPr/>
        </p:nvSpPr>
        <p:spPr>
          <a:xfrm>
            <a:off x="6675120" y="3547872"/>
            <a:ext cx="4517136" cy="30175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D = 0.05 m</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2"/>
          <p:cNvSpPr/>
          <p:nvPr/>
        </p:nvSpPr>
        <p:spPr>
          <a:xfrm>
            <a:off x="6675120" y="4041648"/>
            <a:ext cx="2560320" cy="3931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40 000 rpm</a:t>
            </a:r>
            <a:endParaRPr kumimoji="0" lang="en-US" sz="26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3"/>
          <p:cNvSpPr/>
          <p:nvPr/>
        </p:nvSpPr>
        <p:spPr>
          <a:xfrm>
            <a:off x="9235440" y="4082683"/>
            <a:ext cx="1920240" cy="33855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srgbClr val="168A91"/>
                </a:solidFill>
                <a:effectLst/>
                <a:uLnTx/>
                <a:uFillTx/>
                <a:latin typeface="Arial" pitchFamily="34" charset="0"/>
                <a:ea typeface="Arial" pitchFamily="34" charset="-122"/>
                <a:cs typeface="Arial" pitchFamily="34" charset="-120"/>
              </a:rPr>
              <a:t>23.9 Nm</a:t>
            </a:r>
            <a:endParaRPr kumimoji="0" lang="en-US" sz="22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4"/>
          <p:cNvSpPr/>
          <p:nvPr/>
        </p:nvSpPr>
        <p:spPr>
          <a:xfrm>
            <a:off x="723900" y="5466529"/>
            <a:ext cx="10744200" cy="512064"/>
          </a:xfrm>
          <a:prstGeom prst="rect">
            <a:avLst/>
          </a:prstGeom>
          <a:solidFill>
            <a:srgbClr val="EAF3F9"/>
          </a:solidFill>
          <a:ln w="12700">
            <a:solidFill>
              <a:srgbClr val="EAF3F9"/>
            </a:solidFill>
            <a:prstDash val="solid"/>
          </a:ln>
        </p:spPr>
        <p:txBody>
          <a:bodyPr/>
          <a:lstStyle/>
          <a:p>
            <a:endParaRPr lang="en-US"/>
          </a:p>
        </p:txBody>
      </p:sp>
      <p:sp>
        <p:nvSpPr>
          <p:cNvPr id="19" name="Text 15"/>
          <p:cNvSpPr/>
          <p:nvPr/>
        </p:nvSpPr>
        <p:spPr>
          <a:xfrm>
            <a:off x="888492" y="5610044"/>
            <a:ext cx="10415016" cy="26161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3B66"/>
                </a:solidFill>
                <a:effectLst/>
                <a:uLnTx/>
                <a:uFillTx/>
                <a:latin typeface="Arial" pitchFamily="34" charset="0"/>
                <a:ea typeface="Arial" pitchFamily="34" charset="-122"/>
                <a:cs typeface="Arial" pitchFamily="34" charset="-120"/>
              </a:rPr>
              <a:t>The smaller rotor asks for a different bearing, rotordynamic and </a:t>
            </a:r>
            <a:r>
              <a:rPr kumimoji="0" lang="en-US" sz="1700" b="0" i="0" u="none" strike="noStrike" kern="1200" cap="none" spc="0" normalizeH="0" baseline="0" noProof="0">
                <a:ln>
                  <a:noFill/>
                </a:ln>
                <a:solidFill>
                  <a:srgbClr val="003B66"/>
                </a:solidFill>
                <a:effectLst/>
                <a:uLnTx/>
                <a:uFillTx/>
                <a:latin typeface="Arial" pitchFamily="34" charset="0"/>
                <a:ea typeface="Arial" pitchFamily="34" charset="-122"/>
                <a:cs typeface="Arial" pitchFamily="34" charset="-120"/>
              </a:rPr>
              <a:t>electrical solution</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MECHANICAL INTEGRATION</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382839"/>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Bearings and containment are part of the turbine design</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F23</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mnt/data/orc_fundamentals_work/assets/thesis_assembly.png"/>
          <p:cNvPicPr>
            <a:picLocks noChangeAspect="1"/>
          </p:cNvPicPr>
          <p:nvPr/>
        </p:nvPicPr>
        <p:blipFill>
          <a:blip r:embed="rId4"/>
          <a:stretch>
            <a:fillRect/>
          </a:stretch>
        </p:blipFill>
        <p:spPr>
          <a:xfrm>
            <a:off x="121062" y="2021578"/>
            <a:ext cx="6791401" cy="4488950"/>
          </a:xfrm>
          <a:prstGeom prst="rect">
            <a:avLst/>
          </a:prstGeom>
        </p:spPr>
      </p:pic>
      <p:sp>
        <p:nvSpPr>
          <p:cNvPr id="10" name="Text 6"/>
          <p:cNvSpPr/>
          <p:nvPr/>
        </p:nvSpPr>
        <p:spPr>
          <a:xfrm>
            <a:off x="7223760" y="2590229"/>
            <a:ext cx="4251960"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Three bearing families</a:t>
            </a:r>
            <a:endParaRPr kumimoji="0" lang="en-US" sz="25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Shape 7"/>
          <p:cNvSpPr/>
          <p:nvPr/>
        </p:nvSpPr>
        <p:spPr>
          <a:xfrm>
            <a:off x="7262165" y="3300718"/>
            <a:ext cx="78638" cy="78638"/>
          </a:xfrm>
          <a:prstGeom prst="ellipse">
            <a:avLst/>
          </a:prstGeom>
          <a:solidFill>
            <a:srgbClr val="0066B3"/>
          </a:solidFill>
          <a:ln w="12700">
            <a:solidFill>
              <a:srgbClr val="0066B3"/>
            </a:solidFill>
            <a:prstDash val="solid"/>
          </a:ln>
        </p:spPr>
        <p:txBody>
          <a:bodyPr/>
          <a:lstStyle/>
          <a:p>
            <a:endParaRPr lang="en-US"/>
          </a:p>
        </p:txBody>
      </p:sp>
      <p:sp>
        <p:nvSpPr>
          <p:cNvPr id="12" name="Text 8"/>
          <p:cNvSpPr/>
          <p:nvPr/>
        </p:nvSpPr>
        <p:spPr>
          <a:xfrm>
            <a:off x="7580376" y="2959170"/>
            <a:ext cx="3895344" cy="8686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Rolling bearings: lubrication, life and fluid compatibility</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9"/>
          <p:cNvSpPr/>
          <p:nvPr/>
        </p:nvSpPr>
        <p:spPr>
          <a:xfrm>
            <a:off x="7262165" y="4279126"/>
            <a:ext cx="78638" cy="78638"/>
          </a:xfrm>
          <a:prstGeom prst="ellipse">
            <a:avLst/>
          </a:prstGeom>
          <a:solidFill>
            <a:srgbClr val="0066B3"/>
          </a:solidFill>
          <a:ln w="12700">
            <a:solidFill>
              <a:srgbClr val="0066B3"/>
            </a:solidFill>
            <a:prstDash val="solid"/>
          </a:ln>
        </p:spPr>
        <p:txBody>
          <a:bodyPr/>
          <a:lstStyle/>
          <a:p>
            <a:endParaRPr lang="en-US"/>
          </a:p>
        </p:txBody>
      </p:sp>
      <p:sp>
        <p:nvSpPr>
          <p:cNvPr id="14" name="Text 10"/>
          <p:cNvSpPr/>
          <p:nvPr/>
        </p:nvSpPr>
        <p:spPr>
          <a:xfrm>
            <a:off x="7580376" y="3916109"/>
            <a:ext cx="3895344" cy="8686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Gas / working-fluid bearings: rotor dynamics and start-stop behaviour</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Shape 11"/>
          <p:cNvSpPr/>
          <p:nvPr/>
        </p:nvSpPr>
        <p:spPr>
          <a:xfrm>
            <a:off x="7262165" y="5257534"/>
            <a:ext cx="78638" cy="78638"/>
          </a:xfrm>
          <a:prstGeom prst="ellipse">
            <a:avLst/>
          </a:prstGeom>
          <a:solidFill>
            <a:srgbClr val="0066B3"/>
          </a:solidFill>
          <a:ln w="12700">
            <a:solidFill>
              <a:srgbClr val="0066B3"/>
            </a:solidFill>
            <a:prstDash val="solid"/>
          </a:ln>
        </p:spPr>
        <p:txBody>
          <a:bodyPr/>
          <a:lstStyle/>
          <a:p>
            <a:endParaRPr lang="en-US"/>
          </a:p>
        </p:txBody>
      </p:sp>
      <p:sp>
        <p:nvSpPr>
          <p:cNvPr id="16" name="Text 12"/>
          <p:cNvSpPr/>
          <p:nvPr/>
        </p:nvSpPr>
        <p:spPr>
          <a:xfrm>
            <a:off x="7580376" y="4839653"/>
            <a:ext cx="3895344" cy="8686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Active magnetic bearings: controls and touchdown support</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MECHANICAL INTEGRATION</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431036"/>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High-speed generator AC is not grid-frequency AC</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F24</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86384" y="2414016"/>
            <a:ext cx="1938528" cy="932688"/>
          </a:xfrm>
          <a:prstGeom prst="rect">
            <a:avLst/>
          </a:prstGeom>
          <a:solidFill>
            <a:srgbClr val="F2F5F7"/>
          </a:solidFill>
          <a:ln w="12700">
            <a:solidFill>
              <a:srgbClr val="F2F5F7"/>
            </a:solidFill>
            <a:prstDash val="solid"/>
          </a:ln>
        </p:spPr>
        <p:txBody>
          <a:bodyPr/>
          <a:lstStyle/>
          <a:p>
            <a:endParaRPr lang="en-US"/>
          </a:p>
        </p:txBody>
      </p:sp>
      <p:sp>
        <p:nvSpPr>
          <p:cNvPr id="10" name="Text 7"/>
          <p:cNvSpPr/>
          <p:nvPr/>
        </p:nvSpPr>
        <p:spPr>
          <a:xfrm>
            <a:off x="868680" y="2679192"/>
            <a:ext cx="1773936" cy="44805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Turbine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Shape 8"/>
          <p:cNvSpPr/>
          <p:nvPr/>
        </p:nvSpPr>
        <p:spPr>
          <a:xfrm>
            <a:off x="2743200" y="2898648"/>
            <a:ext cx="173736" cy="914"/>
          </a:xfrm>
          <a:prstGeom prst="line">
            <a:avLst/>
          </a:prstGeom>
          <a:noFill/>
          <a:ln w="20320">
            <a:solidFill>
              <a:srgbClr val="0066B3"/>
            </a:solidFill>
            <a:prstDash val="solid"/>
            <a:headEnd type="none"/>
            <a:tailEnd type="triangle"/>
          </a:ln>
        </p:spPr>
        <p:txBody>
          <a:bodyPr/>
          <a:lstStyle/>
          <a:p>
            <a:endParaRPr lang="en-US"/>
          </a:p>
        </p:txBody>
      </p:sp>
      <p:sp>
        <p:nvSpPr>
          <p:cNvPr id="12" name="Shape 9"/>
          <p:cNvSpPr/>
          <p:nvPr/>
        </p:nvSpPr>
        <p:spPr>
          <a:xfrm>
            <a:off x="2953512" y="2414016"/>
            <a:ext cx="1938528" cy="932688"/>
          </a:xfrm>
          <a:prstGeom prst="rect">
            <a:avLst/>
          </a:prstGeom>
          <a:solidFill>
            <a:srgbClr val="F2F5F7"/>
          </a:solidFill>
          <a:ln w="12700">
            <a:solidFill>
              <a:srgbClr val="F2F5F7"/>
            </a:solidFill>
            <a:prstDash val="solid"/>
          </a:ln>
        </p:spPr>
        <p:txBody>
          <a:bodyPr/>
          <a:lstStyle/>
          <a:p>
            <a:endParaRPr lang="en-US"/>
          </a:p>
        </p:txBody>
      </p:sp>
      <p:sp>
        <p:nvSpPr>
          <p:cNvPr id="13" name="Text 10"/>
          <p:cNvSpPr/>
          <p:nvPr/>
        </p:nvSpPr>
        <p:spPr>
          <a:xfrm>
            <a:off x="3035808" y="2679192"/>
            <a:ext cx="1773936" cy="44805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PM generator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1"/>
          <p:cNvSpPr/>
          <p:nvPr/>
        </p:nvSpPr>
        <p:spPr>
          <a:xfrm>
            <a:off x="4910328" y="2898648"/>
            <a:ext cx="173736" cy="914"/>
          </a:xfrm>
          <a:prstGeom prst="line">
            <a:avLst/>
          </a:prstGeom>
          <a:noFill/>
          <a:ln w="20320">
            <a:solidFill>
              <a:srgbClr val="0066B3"/>
            </a:solidFill>
            <a:prstDash val="solid"/>
            <a:headEnd type="none"/>
            <a:tailEnd type="triangle"/>
          </a:ln>
        </p:spPr>
        <p:txBody>
          <a:bodyPr/>
          <a:lstStyle/>
          <a:p>
            <a:endParaRPr lang="en-US"/>
          </a:p>
        </p:txBody>
      </p:sp>
      <p:sp>
        <p:nvSpPr>
          <p:cNvPr id="15" name="Shape 12"/>
          <p:cNvSpPr/>
          <p:nvPr/>
        </p:nvSpPr>
        <p:spPr>
          <a:xfrm>
            <a:off x="5120640" y="2414016"/>
            <a:ext cx="1938528" cy="932688"/>
          </a:xfrm>
          <a:prstGeom prst="rect">
            <a:avLst/>
          </a:prstGeom>
          <a:solidFill>
            <a:srgbClr val="F2F5F7"/>
          </a:solidFill>
          <a:ln w="12700">
            <a:solidFill>
              <a:srgbClr val="F2F5F7"/>
            </a:solidFill>
            <a:prstDash val="solid"/>
          </a:ln>
        </p:spPr>
        <p:txBody>
          <a:bodyPr/>
          <a:lstStyle/>
          <a:p>
            <a:endParaRPr lang="en-US"/>
          </a:p>
        </p:txBody>
      </p:sp>
      <p:sp>
        <p:nvSpPr>
          <p:cNvPr id="16" name="Text 13"/>
          <p:cNvSpPr/>
          <p:nvPr/>
        </p:nvSpPr>
        <p:spPr>
          <a:xfrm>
            <a:off x="5202936" y="2679192"/>
            <a:ext cx="1773936" cy="44805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Rectifier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 DC link</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4"/>
          <p:cNvSpPr/>
          <p:nvPr/>
        </p:nvSpPr>
        <p:spPr>
          <a:xfrm>
            <a:off x="7077456" y="2898648"/>
            <a:ext cx="173736" cy="914"/>
          </a:xfrm>
          <a:prstGeom prst="line">
            <a:avLst/>
          </a:prstGeom>
          <a:noFill/>
          <a:ln w="20320">
            <a:solidFill>
              <a:srgbClr val="0066B3"/>
            </a:solidFill>
            <a:prstDash val="solid"/>
            <a:headEnd type="none"/>
            <a:tailEnd type="triangle"/>
          </a:ln>
        </p:spPr>
        <p:txBody>
          <a:bodyPr/>
          <a:lstStyle/>
          <a:p>
            <a:endParaRPr lang="en-US"/>
          </a:p>
        </p:txBody>
      </p:sp>
      <p:sp>
        <p:nvSpPr>
          <p:cNvPr id="18" name="Shape 15"/>
          <p:cNvSpPr/>
          <p:nvPr/>
        </p:nvSpPr>
        <p:spPr>
          <a:xfrm>
            <a:off x="7287768" y="2414016"/>
            <a:ext cx="1938528" cy="932688"/>
          </a:xfrm>
          <a:prstGeom prst="rect">
            <a:avLst/>
          </a:prstGeom>
          <a:solidFill>
            <a:srgbClr val="F2F5F7"/>
          </a:solidFill>
          <a:ln w="12700">
            <a:solidFill>
              <a:srgbClr val="F2F5F7"/>
            </a:solidFill>
            <a:prstDash val="solid"/>
          </a:ln>
        </p:spPr>
        <p:txBody>
          <a:bodyPr/>
          <a:lstStyle/>
          <a:p>
            <a:endParaRPr lang="en-US"/>
          </a:p>
        </p:txBody>
      </p:sp>
      <p:sp>
        <p:nvSpPr>
          <p:cNvPr id="19" name="Text 16"/>
          <p:cNvSpPr/>
          <p:nvPr/>
        </p:nvSpPr>
        <p:spPr>
          <a:xfrm>
            <a:off x="7370064" y="2679192"/>
            <a:ext cx="1773936" cy="44805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Inverter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Shape 17"/>
          <p:cNvSpPr/>
          <p:nvPr/>
        </p:nvSpPr>
        <p:spPr>
          <a:xfrm>
            <a:off x="9244584" y="2898648"/>
            <a:ext cx="173736" cy="914"/>
          </a:xfrm>
          <a:prstGeom prst="line">
            <a:avLst/>
          </a:prstGeom>
          <a:noFill/>
          <a:ln w="20320">
            <a:solidFill>
              <a:srgbClr val="0066B3"/>
            </a:solidFill>
            <a:prstDash val="solid"/>
            <a:headEnd type="none"/>
            <a:tailEnd type="triangle"/>
          </a:ln>
        </p:spPr>
        <p:txBody>
          <a:bodyPr/>
          <a:lstStyle/>
          <a:p>
            <a:endParaRPr lang="en-US"/>
          </a:p>
        </p:txBody>
      </p:sp>
      <p:sp>
        <p:nvSpPr>
          <p:cNvPr id="21" name="Shape 18"/>
          <p:cNvSpPr/>
          <p:nvPr/>
        </p:nvSpPr>
        <p:spPr>
          <a:xfrm>
            <a:off x="9454896" y="2414016"/>
            <a:ext cx="1938528" cy="932688"/>
          </a:xfrm>
          <a:prstGeom prst="rect">
            <a:avLst/>
          </a:prstGeom>
          <a:solidFill>
            <a:srgbClr val="EAF3F9"/>
          </a:solidFill>
          <a:ln w="12700">
            <a:solidFill>
              <a:srgbClr val="EAF3F9"/>
            </a:solidFill>
            <a:prstDash val="solid"/>
          </a:ln>
        </p:spPr>
        <p:txBody>
          <a:bodyPr/>
          <a:lstStyle/>
          <a:p>
            <a:endParaRPr lang="en-US"/>
          </a:p>
        </p:txBody>
      </p:sp>
      <p:sp>
        <p:nvSpPr>
          <p:cNvPr id="22" name="Text 19"/>
          <p:cNvSpPr/>
          <p:nvPr/>
        </p:nvSpPr>
        <p:spPr>
          <a:xfrm>
            <a:off x="9537192" y="2679192"/>
            <a:ext cx="1773936" cy="44805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Grid / load</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pic>
        <p:nvPicPr>
          <p:cNvPr id="2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6494" y="3934813"/>
            <a:ext cx="2554078" cy="747980"/>
          </a:xfrm>
          <a:prstGeom prst="rect">
            <a:avLst/>
          </a:prstGeom>
        </p:spPr>
      </p:pic>
      <p:sp>
        <p:nvSpPr>
          <p:cNvPr id="24" name="Text 20"/>
          <p:cNvSpPr/>
          <p:nvPr/>
        </p:nvSpPr>
        <p:spPr>
          <a:xfrm>
            <a:off x="6519672" y="3989279"/>
            <a:ext cx="4663440" cy="74980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1 pole pair at 40 000 rpm</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 667 Hz electrical frequency</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1"/>
          <p:cNvSpPr/>
          <p:nvPr/>
        </p:nvSpPr>
        <p:spPr>
          <a:xfrm>
            <a:off x="923544" y="5437671"/>
            <a:ext cx="10314432" cy="3231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Alternative</a:t>
            </a:r>
            <a:r>
              <a:rPr kumimoji="0" lang="cs-CZ" sz="21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1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gearbox → </a:t>
            </a:r>
            <a:r>
              <a:rPr kumimoji="0" lang="en-US" sz="21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lower-speed generator</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REAL-FLUID AERODYNAMICS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131510" y="1575107"/>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Z, gamma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and Gamma</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F26</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90367" y="2436876"/>
            <a:ext cx="10488168" cy="960120"/>
          </a:xfrm>
          <a:prstGeom prst="rect">
            <a:avLst/>
          </a:prstGeom>
          <a:solidFill>
            <a:srgbClr val="EAF3F9"/>
          </a:solidFill>
          <a:ln w="12700">
            <a:solidFill>
              <a:srgbClr val="EAF3F9"/>
            </a:solidFill>
            <a:prstDash val="solid"/>
          </a:ln>
        </p:spPr>
        <p:txBody>
          <a:bodyPr/>
          <a:lstStyle/>
          <a:p>
            <a:endParaRPr lang="en-US"/>
          </a:p>
        </p:txBody>
      </p:sp>
      <p:sp>
        <p:nvSpPr>
          <p:cNvPr id="10" name="Text 7"/>
          <p:cNvSpPr/>
          <p:nvPr/>
        </p:nvSpPr>
        <p:spPr>
          <a:xfrm>
            <a:off x="1036671" y="2601468"/>
            <a:ext cx="2834640" cy="57607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Compressibility factor</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38934" y="2564892"/>
            <a:ext cx="1630914" cy="676656"/>
          </a:xfrm>
          <a:prstGeom prst="rect">
            <a:avLst/>
          </a:prstGeom>
        </p:spPr>
      </p:pic>
      <p:sp>
        <p:nvSpPr>
          <p:cNvPr id="12" name="Text 8"/>
          <p:cNvSpPr/>
          <p:nvPr/>
        </p:nvSpPr>
        <p:spPr>
          <a:xfrm>
            <a:off x="7638639" y="2583180"/>
            <a:ext cx="3547872" cy="67665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Departure from the ideal-gas p-rho-T relation.</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9"/>
          <p:cNvSpPr/>
          <p:nvPr/>
        </p:nvSpPr>
        <p:spPr>
          <a:xfrm>
            <a:off x="890367" y="3534156"/>
            <a:ext cx="10488168" cy="960120"/>
          </a:xfrm>
          <a:prstGeom prst="rect">
            <a:avLst/>
          </a:prstGeom>
          <a:solidFill>
            <a:srgbClr val="F2F5F7"/>
          </a:solidFill>
          <a:ln w="12700">
            <a:solidFill>
              <a:srgbClr val="F2F5F7"/>
            </a:solidFill>
            <a:prstDash val="solid"/>
          </a:ln>
        </p:spPr>
        <p:txBody>
          <a:bodyPr/>
          <a:lstStyle/>
          <a:p>
            <a:endParaRPr lang="en-US"/>
          </a:p>
        </p:txBody>
      </p:sp>
      <p:sp>
        <p:nvSpPr>
          <p:cNvPr id="14" name="Text 10"/>
          <p:cNvSpPr/>
          <p:nvPr/>
        </p:nvSpPr>
        <p:spPr>
          <a:xfrm>
            <a:off x="1036671" y="3698748"/>
            <a:ext cx="2834640" cy="57607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Heat-capacity ratio</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25211" y="3662172"/>
            <a:ext cx="1058359" cy="676656"/>
          </a:xfrm>
          <a:prstGeom prst="rect">
            <a:avLst/>
          </a:prstGeom>
        </p:spPr>
      </p:pic>
      <p:sp>
        <p:nvSpPr>
          <p:cNvPr id="16" name="Text 11"/>
          <p:cNvSpPr/>
          <p:nvPr/>
        </p:nvSpPr>
        <p:spPr>
          <a:xfrm>
            <a:off x="7638639" y="3603290"/>
            <a:ext cx="3547872" cy="83099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Caloric </a:t>
            </a:r>
            <a:r>
              <a:rPr kumimoji="0" lang="en-US"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response;</a:t>
            </a:r>
            <a:r>
              <a:rPr kumimoji="0" lang="cs-CZ"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alone</a:t>
            </a:r>
            <a:r>
              <a:rPr kumimoji="0" lang="en-US"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not enough to </a:t>
            </a:r>
            <a:r>
              <a:rPr kumimoji="0" lang="en-US"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reconstruct real</a:t>
            </a:r>
            <a:r>
              <a:rPr kumimoji="0" lang="cs-CZ"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fluid </a:t>
            </a:r>
            <a:r>
              <a:rPr kumimoji="0" lang="cs-CZ" sz="18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aerodynamics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2"/>
          <p:cNvSpPr/>
          <p:nvPr/>
        </p:nvSpPr>
        <p:spPr>
          <a:xfrm>
            <a:off x="890367" y="4631436"/>
            <a:ext cx="10488168" cy="960120"/>
          </a:xfrm>
          <a:prstGeom prst="rect">
            <a:avLst/>
          </a:prstGeom>
          <a:solidFill>
            <a:srgbClr val="EAF3F9"/>
          </a:solidFill>
          <a:ln w="12700">
            <a:solidFill>
              <a:srgbClr val="EAF3F9"/>
            </a:solidFill>
            <a:prstDash val="solid"/>
          </a:ln>
        </p:spPr>
        <p:txBody>
          <a:bodyPr/>
          <a:lstStyle/>
          <a:p>
            <a:endParaRPr lang="en-US"/>
          </a:p>
        </p:txBody>
      </p:sp>
      <p:sp>
        <p:nvSpPr>
          <p:cNvPr id="18" name="Text 13"/>
          <p:cNvSpPr/>
          <p:nvPr/>
        </p:nvSpPr>
        <p:spPr>
          <a:xfrm>
            <a:off x="1036671" y="4760899"/>
            <a:ext cx="2834640"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Fundamental derivative</a:t>
            </a:r>
            <a:r>
              <a:rPr kumimoji="0" lang="cs-CZ" sz="21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 of Gas Dyn.</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38628" y="4759452"/>
            <a:ext cx="2231525" cy="676656"/>
          </a:xfrm>
          <a:prstGeom prst="rect">
            <a:avLst/>
          </a:prstGeom>
        </p:spPr>
      </p:pic>
      <p:sp>
        <p:nvSpPr>
          <p:cNvPr id="20" name="Text 14"/>
          <p:cNvSpPr/>
          <p:nvPr/>
        </p:nvSpPr>
        <p:spPr>
          <a:xfrm>
            <a:off x="7638639" y="4777740"/>
            <a:ext cx="3547872" cy="67665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Sound-speed variation and nonlinear wave behaviour.</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REAL-FLUID AERODYNAMICS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502466"/>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Gamma tells us how sound speed changes on an isentrope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F27</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59119" y="2445940"/>
            <a:ext cx="4640663" cy="506739"/>
          </a:xfrm>
          <a:prstGeom prst="rect">
            <a:avLst/>
          </a:prstGeom>
        </p:spPr>
      </p:pic>
      <p:sp>
        <p:nvSpPr>
          <p:cNvPr id="10" name="Shape 6"/>
          <p:cNvSpPr/>
          <p:nvPr/>
        </p:nvSpPr>
        <p:spPr>
          <a:xfrm>
            <a:off x="914400" y="3403814"/>
            <a:ext cx="10296144" cy="658368"/>
          </a:xfrm>
          <a:prstGeom prst="rect">
            <a:avLst/>
          </a:prstGeom>
          <a:solidFill>
            <a:srgbClr val="F2F5F7"/>
          </a:solidFill>
          <a:ln w="12700">
            <a:solidFill>
              <a:srgbClr val="F2F5F7"/>
            </a:solidFill>
            <a:prstDash val="solid"/>
          </a:ln>
        </p:spPr>
        <p:txBody>
          <a:bodyPr/>
          <a:lstStyle/>
          <a:p>
            <a:endParaRPr lang="en-US"/>
          </a:p>
        </p:txBody>
      </p:sp>
      <p:sp>
        <p:nvSpPr>
          <p:cNvPr id="11" name="Text 7"/>
          <p:cNvSpPr/>
          <p:nvPr/>
        </p:nvSpPr>
        <p:spPr>
          <a:xfrm>
            <a:off x="1078992" y="3559262"/>
            <a:ext cx="194767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Gamma &gt; 1</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8"/>
          <p:cNvSpPr/>
          <p:nvPr/>
        </p:nvSpPr>
        <p:spPr>
          <a:xfrm>
            <a:off x="3346704" y="3588253"/>
            <a:ext cx="4690872" cy="30777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Density falls → sound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speed falls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 9"/>
          <p:cNvSpPr/>
          <p:nvPr/>
        </p:nvSpPr>
        <p:spPr>
          <a:xfrm>
            <a:off x="8357616" y="3522686"/>
            <a:ext cx="2688336" cy="42062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Classical wave family</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0"/>
          <p:cNvSpPr/>
          <p:nvPr/>
        </p:nvSpPr>
        <p:spPr>
          <a:xfrm>
            <a:off x="914400" y="4153622"/>
            <a:ext cx="10296144" cy="658368"/>
          </a:xfrm>
          <a:prstGeom prst="rect">
            <a:avLst/>
          </a:prstGeom>
          <a:solidFill>
            <a:srgbClr val="EAF3F9"/>
          </a:solidFill>
          <a:ln w="12700">
            <a:solidFill>
              <a:srgbClr val="EAF3F9"/>
            </a:solidFill>
            <a:prstDash val="solid"/>
          </a:ln>
        </p:spPr>
        <p:txBody>
          <a:bodyPr/>
          <a:lstStyle/>
          <a:p>
            <a:endParaRPr lang="en-US"/>
          </a:p>
        </p:txBody>
      </p:sp>
      <p:sp>
        <p:nvSpPr>
          <p:cNvPr id="15" name="Text 11"/>
          <p:cNvSpPr/>
          <p:nvPr/>
        </p:nvSpPr>
        <p:spPr>
          <a:xfrm>
            <a:off x="1078992" y="4309070"/>
            <a:ext cx="194767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0 &lt; Gamma &lt; 1</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2"/>
          <p:cNvSpPr/>
          <p:nvPr/>
        </p:nvSpPr>
        <p:spPr>
          <a:xfrm>
            <a:off x="3346704" y="4338061"/>
            <a:ext cx="4690872" cy="30777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Density falls → sound </a:t>
            </a: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speed rises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3"/>
          <p:cNvSpPr/>
          <p:nvPr/>
        </p:nvSpPr>
        <p:spPr>
          <a:xfrm>
            <a:off x="8357616" y="4272494"/>
            <a:ext cx="2688336" cy="42062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Non-ideal, still classical wave family</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4"/>
          <p:cNvSpPr/>
          <p:nvPr/>
        </p:nvSpPr>
        <p:spPr>
          <a:xfrm>
            <a:off x="914400" y="4903430"/>
            <a:ext cx="10296144" cy="658368"/>
          </a:xfrm>
          <a:prstGeom prst="rect">
            <a:avLst/>
          </a:prstGeom>
          <a:solidFill>
            <a:srgbClr val="F2F5F7"/>
          </a:solidFill>
          <a:ln w="12700">
            <a:solidFill>
              <a:srgbClr val="F2F5F7"/>
            </a:solidFill>
            <a:prstDash val="solid"/>
          </a:ln>
        </p:spPr>
        <p:txBody>
          <a:bodyPr/>
          <a:lstStyle/>
          <a:p>
            <a:endParaRPr lang="en-US"/>
          </a:p>
        </p:txBody>
      </p:sp>
      <p:sp>
        <p:nvSpPr>
          <p:cNvPr id="19" name="Text 15"/>
          <p:cNvSpPr/>
          <p:nvPr/>
        </p:nvSpPr>
        <p:spPr>
          <a:xfrm>
            <a:off x="1078992" y="5058878"/>
            <a:ext cx="194767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Gamma &lt; 0</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Text 16"/>
          <p:cNvSpPr/>
          <p:nvPr/>
        </p:nvSpPr>
        <p:spPr>
          <a:xfrm>
            <a:off x="3346704" y="5087870"/>
            <a:ext cx="4690872" cy="307777"/>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Unconventional </a:t>
            </a:r>
            <a:r>
              <a:rPr kumimoji="0" lang="cs-CZ" sz="2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shockwave structures</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7"/>
          <p:cNvSpPr/>
          <p:nvPr/>
        </p:nvSpPr>
        <p:spPr>
          <a:xfrm>
            <a:off x="8357616" y="5022302"/>
            <a:ext cx="2688336" cy="42062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Non-classical / BZT regime</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REAL-FLUID AERODYNAMICS</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268783"/>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he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state path matters as much as the fluid</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F28</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pic>
        <p:nvPicPr>
          <p:cNvPr id="9" name="Image 1" descr="/mnt/data/orc_fundamentals_work/assets/thesis_gamma_MM.png"/>
          <p:cNvPicPr>
            <a:picLocks noChangeAspect="1"/>
          </p:cNvPicPr>
          <p:nvPr/>
        </p:nvPicPr>
        <p:blipFill>
          <a:blip r:embed="rId4"/>
          <a:stretch>
            <a:fillRect/>
          </a:stretch>
        </p:blipFill>
        <p:spPr>
          <a:xfrm>
            <a:off x="235622" y="1860912"/>
            <a:ext cx="5626227" cy="4338720"/>
          </a:xfrm>
          <a:prstGeom prst="rect">
            <a:avLst/>
          </a:prstGeom>
        </p:spPr>
      </p:pic>
      <p:sp>
        <p:nvSpPr>
          <p:cNvPr id="10" name="Text 6"/>
          <p:cNvSpPr/>
          <p:nvPr/>
        </p:nvSpPr>
        <p:spPr>
          <a:xfrm>
            <a:off x="1417320" y="6245352"/>
            <a:ext cx="4937760" cy="27432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MM: regions of Gamma &lt; 1</a:t>
            </a:r>
            <a:endParaRPr kumimoji="0" lang="en-US" sz="17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7"/>
          <p:cNvSpPr/>
          <p:nvPr/>
        </p:nvSpPr>
        <p:spPr>
          <a:xfrm>
            <a:off x="7086600" y="2304288"/>
            <a:ext cx="41605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Our R1233zd(E) isentrope</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8"/>
          <p:cNvSpPr/>
          <p:nvPr/>
        </p:nvSpPr>
        <p:spPr>
          <a:xfrm>
            <a:off x="7086600" y="2953512"/>
            <a:ext cx="41605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20 bar, 150 °C inlet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 9"/>
          <p:cNvSpPr/>
          <p:nvPr/>
        </p:nvSpPr>
        <p:spPr>
          <a:xfrm>
            <a:off x="7086600" y="3383280"/>
            <a:ext cx="4023360" cy="42062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 = 128.4 m/s</a:t>
            </a:r>
            <a:endParaRPr kumimoji="0" lang="en-US" sz="29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Shape 10"/>
          <p:cNvSpPr/>
          <p:nvPr/>
        </p:nvSpPr>
        <p:spPr>
          <a:xfrm>
            <a:off x="8787384" y="3867912"/>
            <a:ext cx="914" cy="512064"/>
          </a:xfrm>
          <a:prstGeom prst="line">
            <a:avLst/>
          </a:prstGeom>
          <a:noFill/>
          <a:ln w="27940">
            <a:solidFill>
              <a:srgbClr val="168A91"/>
            </a:solidFill>
            <a:prstDash val="solid"/>
            <a:headEnd type="none"/>
            <a:tailEnd type="triangle"/>
          </a:ln>
        </p:spPr>
        <p:txBody>
          <a:bodyPr/>
          <a:lstStyle/>
          <a:p>
            <a:endParaRPr lang="en-US"/>
          </a:p>
        </p:txBody>
      </p:sp>
      <p:sp>
        <p:nvSpPr>
          <p:cNvPr id="15" name="Text 11"/>
          <p:cNvSpPr/>
          <p:nvPr/>
        </p:nvSpPr>
        <p:spPr>
          <a:xfrm>
            <a:off x="7086600" y="4562856"/>
            <a:ext cx="4023360" cy="42062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a = 146.4 m/s</a:t>
            </a:r>
            <a:endParaRPr kumimoji="0" lang="en-US" sz="29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2"/>
          <p:cNvSpPr/>
          <p:nvPr/>
        </p:nvSpPr>
        <p:spPr>
          <a:xfrm>
            <a:off x="7086600" y="5111496"/>
            <a:ext cx="416052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5 bar ideal outlet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3"/>
          <p:cNvSpPr/>
          <p:nvPr/>
        </p:nvSpPr>
        <p:spPr>
          <a:xfrm>
            <a:off x="7086600" y="5559552"/>
            <a:ext cx="4233672" cy="64008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14% net increase in sound speed.</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Evaluate Gamma locally along the path.</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NOZZLE DESIGN</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07592" y="1282744"/>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 convergent-divergent nozzle does two different jobs</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F30</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932688" y="2532888"/>
            <a:ext cx="965606" cy="263347"/>
          </a:xfrm>
          <a:prstGeom prst="line">
            <a:avLst/>
          </a:prstGeom>
          <a:noFill/>
          <a:ln w="38100">
            <a:solidFill>
              <a:srgbClr val="0066B3"/>
            </a:solidFill>
            <a:prstDash val="solid"/>
            <a:headEnd type="none"/>
            <a:tailEnd type="none"/>
          </a:ln>
        </p:spPr>
        <p:txBody>
          <a:bodyPr/>
          <a:lstStyle/>
          <a:p>
            <a:endParaRPr lang="en-US"/>
          </a:p>
        </p:txBody>
      </p:sp>
      <p:sp>
        <p:nvSpPr>
          <p:cNvPr id="10" name="Shape 7"/>
          <p:cNvSpPr/>
          <p:nvPr/>
        </p:nvSpPr>
        <p:spPr>
          <a:xfrm>
            <a:off x="1898294" y="2796235"/>
            <a:ext cx="965606" cy="318211"/>
          </a:xfrm>
          <a:prstGeom prst="line">
            <a:avLst/>
          </a:prstGeom>
          <a:noFill/>
          <a:ln w="38100">
            <a:solidFill>
              <a:srgbClr val="0066B3"/>
            </a:solidFill>
            <a:prstDash val="solid"/>
            <a:headEnd type="none"/>
            <a:tailEnd type="none"/>
          </a:ln>
        </p:spPr>
        <p:txBody>
          <a:bodyPr/>
          <a:lstStyle/>
          <a:p>
            <a:endParaRPr lang="en-US"/>
          </a:p>
        </p:txBody>
      </p:sp>
      <p:sp>
        <p:nvSpPr>
          <p:cNvPr id="11" name="Shape 8"/>
          <p:cNvSpPr/>
          <p:nvPr/>
        </p:nvSpPr>
        <p:spPr>
          <a:xfrm>
            <a:off x="2863901" y="3114446"/>
            <a:ext cx="772485" cy="120701"/>
          </a:xfrm>
          <a:prstGeom prst="line">
            <a:avLst/>
          </a:prstGeom>
          <a:noFill/>
          <a:ln w="38100">
            <a:solidFill>
              <a:srgbClr val="0066B3"/>
            </a:solidFill>
            <a:prstDash val="solid"/>
            <a:headEnd type="none"/>
            <a:tailEnd type="none"/>
          </a:ln>
        </p:spPr>
        <p:txBody>
          <a:bodyPr/>
          <a:lstStyle/>
          <a:p>
            <a:endParaRPr lang="en-US"/>
          </a:p>
        </p:txBody>
      </p:sp>
      <p:sp>
        <p:nvSpPr>
          <p:cNvPr id="12" name="Shape 9"/>
          <p:cNvSpPr/>
          <p:nvPr/>
        </p:nvSpPr>
        <p:spPr>
          <a:xfrm flipV="1">
            <a:off x="3636386" y="3191256"/>
            <a:ext cx="901233" cy="43891"/>
          </a:xfrm>
          <a:prstGeom prst="line">
            <a:avLst/>
          </a:prstGeom>
          <a:noFill/>
          <a:ln w="38100">
            <a:solidFill>
              <a:srgbClr val="0066B3"/>
            </a:solidFill>
            <a:prstDash val="solid"/>
            <a:headEnd type="none"/>
            <a:tailEnd type="none"/>
          </a:ln>
        </p:spPr>
        <p:txBody>
          <a:bodyPr/>
          <a:lstStyle/>
          <a:p>
            <a:endParaRPr lang="en-US"/>
          </a:p>
        </p:txBody>
      </p:sp>
      <p:sp>
        <p:nvSpPr>
          <p:cNvPr id="13" name="Shape 10"/>
          <p:cNvSpPr/>
          <p:nvPr/>
        </p:nvSpPr>
        <p:spPr>
          <a:xfrm flipV="1">
            <a:off x="4537619" y="3004718"/>
            <a:ext cx="1223101" cy="186538"/>
          </a:xfrm>
          <a:prstGeom prst="line">
            <a:avLst/>
          </a:prstGeom>
          <a:noFill/>
          <a:ln w="38100">
            <a:solidFill>
              <a:srgbClr val="0066B3"/>
            </a:solidFill>
            <a:prstDash val="solid"/>
            <a:headEnd type="none"/>
            <a:tailEnd type="none"/>
          </a:ln>
        </p:spPr>
        <p:txBody>
          <a:bodyPr/>
          <a:lstStyle/>
          <a:p>
            <a:endParaRPr lang="en-US"/>
          </a:p>
        </p:txBody>
      </p:sp>
      <p:sp>
        <p:nvSpPr>
          <p:cNvPr id="14" name="Shape 11"/>
          <p:cNvSpPr/>
          <p:nvPr/>
        </p:nvSpPr>
        <p:spPr>
          <a:xfrm flipV="1">
            <a:off x="5760720" y="2730398"/>
            <a:ext cx="1609344" cy="274320"/>
          </a:xfrm>
          <a:prstGeom prst="line">
            <a:avLst/>
          </a:prstGeom>
          <a:noFill/>
          <a:ln w="38100">
            <a:solidFill>
              <a:srgbClr val="0066B3"/>
            </a:solidFill>
            <a:prstDash val="solid"/>
            <a:headEnd type="none"/>
            <a:tailEnd type="none"/>
          </a:ln>
        </p:spPr>
        <p:txBody>
          <a:bodyPr/>
          <a:lstStyle/>
          <a:p>
            <a:endParaRPr lang="en-US"/>
          </a:p>
        </p:txBody>
      </p:sp>
      <p:sp>
        <p:nvSpPr>
          <p:cNvPr id="15" name="Shape 12"/>
          <p:cNvSpPr/>
          <p:nvPr/>
        </p:nvSpPr>
        <p:spPr>
          <a:xfrm flipV="1">
            <a:off x="932688" y="4244645"/>
            <a:ext cx="965606" cy="263347"/>
          </a:xfrm>
          <a:prstGeom prst="line">
            <a:avLst/>
          </a:prstGeom>
          <a:noFill/>
          <a:ln w="38100">
            <a:solidFill>
              <a:srgbClr val="0066B3"/>
            </a:solidFill>
            <a:prstDash val="solid"/>
            <a:headEnd type="none"/>
            <a:tailEnd type="none"/>
          </a:ln>
        </p:spPr>
        <p:txBody>
          <a:bodyPr/>
          <a:lstStyle/>
          <a:p>
            <a:endParaRPr lang="en-US"/>
          </a:p>
        </p:txBody>
      </p:sp>
      <p:sp>
        <p:nvSpPr>
          <p:cNvPr id="16" name="Shape 13"/>
          <p:cNvSpPr/>
          <p:nvPr/>
        </p:nvSpPr>
        <p:spPr>
          <a:xfrm flipV="1">
            <a:off x="1898294" y="3926434"/>
            <a:ext cx="965606" cy="318211"/>
          </a:xfrm>
          <a:prstGeom prst="line">
            <a:avLst/>
          </a:prstGeom>
          <a:noFill/>
          <a:ln w="38100">
            <a:solidFill>
              <a:srgbClr val="0066B3"/>
            </a:solidFill>
            <a:prstDash val="solid"/>
            <a:headEnd type="none"/>
            <a:tailEnd type="none"/>
          </a:ln>
        </p:spPr>
        <p:txBody>
          <a:bodyPr/>
          <a:lstStyle/>
          <a:p>
            <a:endParaRPr lang="en-US"/>
          </a:p>
        </p:txBody>
      </p:sp>
      <p:sp>
        <p:nvSpPr>
          <p:cNvPr id="17" name="Shape 14"/>
          <p:cNvSpPr/>
          <p:nvPr/>
        </p:nvSpPr>
        <p:spPr>
          <a:xfrm flipV="1">
            <a:off x="2863901" y="3805733"/>
            <a:ext cx="772485" cy="120701"/>
          </a:xfrm>
          <a:prstGeom prst="line">
            <a:avLst/>
          </a:prstGeom>
          <a:noFill/>
          <a:ln w="38100">
            <a:solidFill>
              <a:srgbClr val="0066B3"/>
            </a:solidFill>
            <a:prstDash val="solid"/>
            <a:headEnd type="none"/>
            <a:tailEnd type="none"/>
          </a:ln>
        </p:spPr>
        <p:txBody>
          <a:bodyPr/>
          <a:lstStyle/>
          <a:p>
            <a:endParaRPr lang="en-US"/>
          </a:p>
        </p:txBody>
      </p:sp>
      <p:sp>
        <p:nvSpPr>
          <p:cNvPr id="18" name="Shape 15"/>
          <p:cNvSpPr/>
          <p:nvPr/>
        </p:nvSpPr>
        <p:spPr>
          <a:xfrm>
            <a:off x="3636386" y="3805733"/>
            <a:ext cx="901233" cy="43891"/>
          </a:xfrm>
          <a:prstGeom prst="line">
            <a:avLst/>
          </a:prstGeom>
          <a:noFill/>
          <a:ln w="38100">
            <a:solidFill>
              <a:srgbClr val="0066B3"/>
            </a:solidFill>
            <a:prstDash val="solid"/>
            <a:headEnd type="none"/>
            <a:tailEnd type="none"/>
          </a:ln>
        </p:spPr>
        <p:txBody>
          <a:bodyPr/>
          <a:lstStyle/>
          <a:p>
            <a:endParaRPr lang="en-US"/>
          </a:p>
        </p:txBody>
      </p:sp>
      <p:sp>
        <p:nvSpPr>
          <p:cNvPr id="19" name="Shape 16"/>
          <p:cNvSpPr/>
          <p:nvPr/>
        </p:nvSpPr>
        <p:spPr>
          <a:xfrm>
            <a:off x="4537619" y="3849624"/>
            <a:ext cx="1223101" cy="186538"/>
          </a:xfrm>
          <a:prstGeom prst="line">
            <a:avLst/>
          </a:prstGeom>
          <a:noFill/>
          <a:ln w="38100">
            <a:solidFill>
              <a:srgbClr val="0066B3"/>
            </a:solidFill>
            <a:prstDash val="solid"/>
            <a:headEnd type="none"/>
            <a:tailEnd type="none"/>
          </a:ln>
        </p:spPr>
        <p:txBody>
          <a:bodyPr/>
          <a:lstStyle/>
          <a:p>
            <a:endParaRPr lang="en-US"/>
          </a:p>
        </p:txBody>
      </p:sp>
      <p:sp>
        <p:nvSpPr>
          <p:cNvPr id="20" name="Shape 17"/>
          <p:cNvSpPr/>
          <p:nvPr/>
        </p:nvSpPr>
        <p:spPr>
          <a:xfrm>
            <a:off x="5760720" y="4036162"/>
            <a:ext cx="1609344" cy="274320"/>
          </a:xfrm>
          <a:prstGeom prst="line">
            <a:avLst/>
          </a:prstGeom>
          <a:noFill/>
          <a:ln w="38100">
            <a:solidFill>
              <a:srgbClr val="0066B3"/>
            </a:solidFill>
            <a:prstDash val="solid"/>
            <a:headEnd type="none"/>
            <a:tailEnd type="none"/>
          </a:ln>
        </p:spPr>
        <p:txBody>
          <a:bodyPr/>
          <a:lstStyle/>
          <a:p>
            <a:endParaRPr lang="en-US"/>
          </a:p>
        </p:txBody>
      </p:sp>
      <p:sp>
        <p:nvSpPr>
          <p:cNvPr id="21" name="Shape 18"/>
          <p:cNvSpPr/>
          <p:nvPr/>
        </p:nvSpPr>
        <p:spPr>
          <a:xfrm>
            <a:off x="749808" y="3520440"/>
            <a:ext cx="7031736" cy="914"/>
          </a:xfrm>
          <a:prstGeom prst="line">
            <a:avLst/>
          </a:prstGeom>
          <a:noFill/>
          <a:ln w="10160">
            <a:solidFill>
              <a:srgbClr val="C9D6DF"/>
            </a:solidFill>
            <a:prstDash val="dash"/>
            <a:headEnd type="none"/>
            <a:tailEnd type="none"/>
          </a:ln>
        </p:spPr>
        <p:txBody>
          <a:bodyPr/>
          <a:lstStyle/>
          <a:p>
            <a:endParaRPr lang="en-US"/>
          </a:p>
        </p:txBody>
      </p:sp>
      <p:sp>
        <p:nvSpPr>
          <p:cNvPr id="22" name="Shape 19"/>
          <p:cNvSpPr/>
          <p:nvPr/>
        </p:nvSpPr>
        <p:spPr>
          <a:xfrm>
            <a:off x="1042416" y="3520440"/>
            <a:ext cx="6217920" cy="914"/>
          </a:xfrm>
          <a:prstGeom prst="line">
            <a:avLst/>
          </a:prstGeom>
          <a:noFill/>
          <a:ln w="21590">
            <a:solidFill>
              <a:srgbClr val="168A91"/>
            </a:solidFill>
            <a:prstDash val="solid"/>
            <a:headEnd type="none"/>
            <a:tailEnd type="triangle"/>
          </a:ln>
        </p:spPr>
        <p:txBody>
          <a:bodyPr/>
          <a:lstStyle/>
          <a:p>
            <a:endParaRPr lang="en-US"/>
          </a:p>
        </p:txBody>
      </p:sp>
      <p:sp>
        <p:nvSpPr>
          <p:cNvPr id="23" name="Shape 20"/>
          <p:cNvSpPr/>
          <p:nvPr/>
        </p:nvSpPr>
        <p:spPr>
          <a:xfrm>
            <a:off x="3636386" y="3147365"/>
            <a:ext cx="914" cy="746150"/>
          </a:xfrm>
          <a:prstGeom prst="line">
            <a:avLst/>
          </a:prstGeom>
          <a:noFill/>
          <a:ln w="33020">
            <a:solidFill>
              <a:srgbClr val="C97421"/>
            </a:solidFill>
            <a:prstDash val="solid"/>
            <a:headEnd type="none"/>
            <a:tailEnd type="none"/>
          </a:ln>
        </p:spPr>
        <p:txBody>
          <a:bodyPr/>
          <a:lstStyle/>
          <a:p>
            <a:endParaRPr lang="en-US"/>
          </a:p>
        </p:txBody>
      </p:sp>
      <p:sp>
        <p:nvSpPr>
          <p:cNvPr id="24" name="Text 21"/>
          <p:cNvSpPr/>
          <p:nvPr/>
        </p:nvSpPr>
        <p:spPr>
          <a:xfrm>
            <a:off x="960120" y="4800600"/>
            <a:ext cx="27432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Subsonic acceleration</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Text 22"/>
          <p:cNvSpPr/>
          <p:nvPr/>
        </p:nvSpPr>
        <p:spPr>
          <a:xfrm>
            <a:off x="4407408" y="4800600"/>
            <a:ext cx="320040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Supersonic acceleration</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Shape 23"/>
          <p:cNvSpPr/>
          <p:nvPr/>
        </p:nvSpPr>
        <p:spPr>
          <a:xfrm>
            <a:off x="3636386" y="2212848"/>
            <a:ext cx="914" cy="2459736"/>
          </a:xfrm>
          <a:prstGeom prst="line">
            <a:avLst/>
          </a:prstGeom>
          <a:noFill/>
          <a:ln w="13970">
            <a:solidFill>
              <a:srgbClr val="C97421"/>
            </a:solidFill>
            <a:prstDash val="dash"/>
            <a:headEnd type="none"/>
            <a:tailEnd type="none"/>
          </a:ln>
        </p:spPr>
        <p:txBody>
          <a:bodyPr/>
          <a:lstStyle/>
          <a:p>
            <a:endParaRPr lang="en-US"/>
          </a:p>
        </p:txBody>
      </p:sp>
      <p:sp>
        <p:nvSpPr>
          <p:cNvPr id="27" name="Text 24"/>
          <p:cNvSpPr/>
          <p:nvPr/>
        </p:nvSpPr>
        <p:spPr>
          <a:xfrm>
            <a:off x="2813426" y="1984248"/>
            <a:ext cx="1920240"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97421"/>
                </a:solidFill>
                <a:effectLst/>
                <a:uLnTx/>
                <a:uFillTx/>
                <a:latin typeface="Arial" pitchFamily="34" charset="0"/>
                <a:ea typeface="Arial" pitchFamily="34" charset="-122"/>
                <a:cs typeface="Arial" pitchFamily="34" charset="-120"/>
              </a:rPr>
              <a:t>Sonic throat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5"/>
          <p:cNvSpPr/>
          <p:nvPr/>
        </p:nvSpPr>
        <p:spPr>
          <a:xfrm>
            <a:off x="7936992" y="2395728"/>
            <a:ext cx="3273552"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Throat area</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6"/>
          <p:cNvSpPr/>
          <p:nvPr/>
        </p:nvSpPr>
        <p:spPr>
          <a:xfrm>
            <a:off x="7936992" y="2916936"/>
            <a:ext cx="3310128" cy="96012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Sets the choked flow capacity for a given inlet total state.</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Text 27"/>
          <p:cNvSpPr/>
          <p:nvPr/>
        </p:nvSpPr>
        <p:spPr>
          <a:xfrm>
            <a:off x="7936992" y="4178808"/>
            <a:ext cx="3310128" cy="36576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8A91"/>
                </a:solidFill>
                <a:effectLst/>
                <a:uLnTx/>
                <a:uFillTx/>
                <a:latin typeface="Arial" pitchFamily="34" charset="0"/>
                <a:ea typeface="Arial" pitchFamily="34" charset="-122"/>
                <a:cs typeface="Arial" pitchFamily="34" charset="-120"/>
              </a:rPr>
              <a:t>Divergent passage</a:t>
            </a: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Text 28"/>
          <p:cNvSpPr/>
          <p:nvPr/>
        </p:nvSpPr>
        <p:spPr>
          <a:xfrm>
            <a:off x="7936991" y="4861482"/>
            <a:ext cx="3711669" cy="64633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Sets expansion and turning towards the target outlet flow.</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NOZZLE DESIGN</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243567" y="1554442"/>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Use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the real</a:t>
            </a: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fluid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isentrope to size and shape the passage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F31</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790939" y="2666113"/>
            <a:ext cx="347472" cy="347472"/>
          </a:xfrm>
          <a:prstGeom prst="ellipse">
            <a:avLst/>
          </a:prstGeom>
          <a:solidFill>
            <a:srgbClr val="0066B3"/>
          </a:solidFill>
          <a:ln w="12700">
            <a:solidFill>
              <a:srgbClr val="0066B3"/>
            </a:solidFill>
            <a:prstDash val="solid"/>
          </a:ln>
        </p:spPr>
        <p:txBody>
          <a:bodyPr/>
          <a:lstStyle/>
          <a:p>
            <a:endParaRPr lang="en-US"/>
          </a:p>
        </p:txBody>
      </p:sp>
      <p:sp>
        <p:nvSpPr>
          <p:cNvPr id="10" name="Text 7"/>
          <p:cNvSpPr/>
          <p:nvPr/>
        </p:nvSpPr>
        <p:spPr>
          <a:xfrm>
            <a:off x="790939" y="2730121"/>
            <a:ext cx="347472" cy="22860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p:nvPr/>
        </p:nvSpPr>
        <p:spPr>
          <a:xfrm>
            <a:off x="1275571" y="2647825"/>
            <a:ext cx="2039112" cy="46634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Inlet total state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Text 9"/>
          <p:cNvSpPr/>
          <p:nvPr/>
        </p:nvSpPr>
        <p:spPr>
          <a:xfrm>
            <a:off x="900667" y="3370201"/>
            <a:ext cx="2514600" cy="63093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h0 and s0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10"/>
          <p:cNvSpPr/>
          <p:nvPr/>
        </p:nvSpPr>
        <p:spPr>
          <a:xfrm>
            <a:off x="3323827" y="3553081"/>
            <a:ext cx="201168" cy="914"/>
          </a:xfrm>
          <a:prstGeom prst="line">
            <a:avLst/>
          </a:prstGeom>
          <a:noFill/>
          <a:ln w="15240">
            <a:solidFill>
              <a:srgbClr val="576A79"/>
            </a:solidFill>
            <a:prstDash val="solid"/>
            <a:headEnd type="none"/>
            <a:tailEnd type="triangle"/>
          </a:ln>
        </p:spPr>
        <p:txBody>
          <a:bodyPr/>
          <a:lstStyle/>
          <a:p>
            <a:endParaRPr lang="en-US"/>
          </a:p>
        </p:txBody>
      </p:sp>
      <p:sp>
        <p:nvSpPr>
          <p:cNvPr id="14" name="Shape 11"/>
          <p:cNvSpPr/>
          <p:nvPr/>
        </p:nvSpPr>
        <p:spPr>
          <a:xfrm>
            <a:off x="3561571" y="2666113"/>
            <a:ext cx="347472" cy="347472"/>
          </a:xfrm>
          <a:prstGeom prst="ellipse">
            <a:avLst/>
          </a:prstGeom>
          <a:solidFill>
            <a:srgbClr val="0066B3"/>
          </a:solidFill>
          <a:ln w="12700">
            <a:solidFill>
              <a:srgbClr val="0066B3"/>
            </a:solidFill>
            <a:prstDash val="solid"/>
          </a:ln>
        </p:spPr>
        <p:txBody>
          <a:bodyPr/>
          <a:lstStyle/>
          <a:p>
            <a:endParaRPr lang="en-US"/>
          </a:p>
        </p:txBody>
      </p:sp>
      <p:sp>
        <p:nvSpPr>
          <p:cNvPr id="15" name="Text 12"/>
          <p:cNvSpPr/>
          <p:nvPr/>
        </p:nvSpPr>
        <p:spPr>
          <a:xfrm>
            <a:off x="3561571" y="2730121"/>
            <a:ext cx="347472" cy="22860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Text 13"/>
          <p:cNvSpPr/>
          <p:nvPr/>
        </p:nvSpPr>
        <p:spPr>
          <a:xfrm>
            <a:off x="4046203" y="2647825"/>
            <a:ext cx="2039112" cy="46634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Pressure sweep</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Text 14"/>
          <p:cNvSpPr/>
          <p:nvPr/>
        </p:nvSpPr>
        <p:spPr>
          <a:xfrm>
            <a:off x="3671299" y="3370201"/>
            <a:ext cx="2514600" cy="63093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h(p,s0), rho(p,s0), a(p,s0)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Shape 15"/>
          <p:cNvSpPr/>
          <p:nvPr/>
        </p:nvSpPr>
        <p:spPr>
          <a:xfrm>
            <a:off x="6094459" y="3553081"/>
            <a:ext cx="201168" cy="914"/>
          </a:xfrm>
          <a:prstGeom prst="line">
            <a:avLst/>
          </a:prstGeom>
          <a:noFill/>
          <a:ln w="15240">
            <a:solidFill>
              <a:srgbClr val="576A79"/>
            </a:solidFill>
            <a:prstDash val="solid"/>
            <a:headEnd type="none"/>
            <a:tailEnd type="triangle"/>
          </a:ln>
        </p:spPr>
        <p:txBody>
          <a:bodyPr/>
          <a:lstStyle/>
          <a:p>
            <a:endParaRPr lang="en-US"/>
          </a:p>
        </p:txBody>
      </p:sp>
      <p:sp>
        <p:nvSpPr>
          <p:cNvPr id="19" name="Shape 16"/>
          <p:cNvSpPr/>
          <p:nvPr/>
        </p:nvSpPr>
        <p:spPr>
          <a:xfrm>
            <a:off x="6332203" y="2666113"/>
            <a:ext cx="347472" cy="347472"/>
          </a:xfrm>
          <a:prstGeom prst="ellipse">
            <a:avLst/>
          </a:prstGeom>
          <a:solidFill>
            <a:srgbClr val="0066B3"/>
          </a:solidFill>
          <a:ln w="12700">
            <a:solidFill>
              <a:srgbClr val="0066B3"/>
            </a:solidFill>
            <a:prstDash val="solid"/>
          </a:ln>
        </p:spPr>
        <p:txBody>
          <a:bodyPr/>
          <a:lstStyle/>
          <a:p>
            <a:endParaRPr lang="en-US"/>
          </a:p>
        </p:txBody>
      </p:sp>
      <p:sp>
        <p:nvSpPr>
          <p:cNvPr id="20" name="Text 17"/>
          <p:cNvSpPr/>
          <p:nvPr/>
        </p:nvSpPr>
        <p:spPr>
          <a:xfrm>
            <a:off x="6332203" y="2730121"/>
            <a:ext cx="347472" cy="22860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1" name="Text 18"/>
          <p:cNvSpPr/>
          <p:nvPr/>
        </p:nvSpPr>
        <p:spPr>
          <a:xfrm>
            <a:off x="6816835" y="2647825"/>
            <a:ext cx="2039112" cy="46634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Sonic state</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2" name="Text 19"/>
          <p:cNvSpPr/>
          <p:nvPr/>
        </p:nvSpPr>
        <p:spPr>
          <a:xfrm>
            <a:off x="6496795" y="3238527"/>
            <a:ext cx="2514600" cy="63093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Find c(p*) = a(p*)</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Shape 20"/>
          <p:cNvSpPr/>
          <p:nvPr/>
        </p:nvSpPr>
        <p:spPr>
          <a:xfrm>
            <a:off x="8865091" y="3553081"/>
            <a:ext cx="201168" cy="914"/>
          </a:xfrm>
          <a:prstGeom prst="line">
            <a:avLst/>
          </a:prstGeom>
          <a:noFill/>
          <a:ln w="15240">
            <a:solidFill>
              <a:srgbClr val="576A79"/>
            </a:solidFill>
            <a:prstDash val="solid"/>
            <a:headEnd type="none"/>
            <a:tailEnd type="triangle"/>
          </a:ln>
        </p:spPr>
        <p:txBody>
          <a:bodyPr/>
          <a:lstStyle/>
          <a:p>
            <a:endParaRPr lang="en-US"/>
          </a:p>
        </p:txBody>
      </p:sp>
      <p:sp>
        <p:nvSpPr>
          <p:cNvPr id="24" name="Shape 21"/>
          <p:cNvSpPr/>
          <p:nvPr/>
        </p:nvSpPr>
        <p:spPr>
          <a:xfrm>
            <a:off x="9102835" y="2666113"/>
            <a:ext cx="347472" cy="347472"/>
          </a:xfrm>
          <a:prstGeom prst="ellipse">
            <a:avLst/>
          </a:prstGeom>
          <a:solidFill>
            <a:srgbClr val="0066B3"/>
          </a:solidFill>
          <a:ln w="12700">
            <a:solidFill>
              <a:srgbClr val="0066B3"/>
            </a:solidFill>
            <a:prstDash val="solid"/>
          </a:ln>
        </p:spPr>
        <p:txBody>
          <a:bodyPr/>
          <a:lstStyle/>
          <a:p>
            <a:endParaRPr lang="en-US"/>
          </a:p>
        </p:txBody>
      </p:sp>
      <p:sp>
        <p:nvSpPr>
          <p:cNvPr id="25" name="Text 22"/>
          <p:cNvSpPr/>
          <p:nvPr/>
        </p:nvSpPr>
        <p:spPr>
          <a:xfrm>
            <a:off x="9102835" y="2730121"/>
            <a:ext cx="347472" cy="228600"/>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Text 23"/>
          <p:cNvSpPr/>
          <p:nvPr/>
        </p:nvSpPr>
        <p:spPr>
          <a:xfrm>
            <a:off x="9587467" y="2647825"/>
            <a:ext cx="2039112" cy="466344"/>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Areas + contour</a:t>
            </a: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4"/>
          <p:cNvSpPr/>
          <p:nvPr/>
        </p:nvSpPr>
        <p:spPr>
          <a:xfrm>
            <a:off x="9212563" y="3370201"/>
            <a:ext cx="2514600" cy="63093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Capacity, expansion, turning</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2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6046" y="4405858"/>
            <a:ext cx="4389954" cy="778514"/>
          </a:xfrm>
          <a:prstGeom prst="rect">
            <a:avLst/>
          </a:prstGeom>
        </p:spPr>
      </p:pic>
      <p:pic>
        <p:nvPicPr>
          <p:cNvPr id="2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83548" y="4509269"/>
            <a:ext cx="3532165" cy="5368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NOZZLE DESIGN</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097280" y="1668780"/>
            <a:ext cx="10104120" cy="493776"/>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79"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The same nozzle cannot be perfectly adapted at every back pressure</a:t>
            </a:r>
            <a:endParaRPr kumimoji="0" lang="en-US" sz="2579"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F32</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960120" y="2846527"/>
            <a:ext cx="341528" cy="149230"/>
          </a:xfrm>
          <a:prstGeom prst="line">
            <a:avLst/>
          </a:prstGeom>
          <a:noFill/>
          <a:ln w="38100">
            <a:solidFill>
              <a:srgbClr val="0066B3"/>
            </a:solidFill>
            <a:prstDash val="solid"/>
            <a:headEnd type="none"/>
            <a:tailEnd type="none"/>
          </a:ln>
        </p:spPr>
        <p:txBody>
          <a:bodyPr/>
          <a:lstStyle/>
          <a:p>
            <a:endParaRPr lang="en-US"/>
          </a:p>
        </p:txBody>
      </p:sp>
      <p:sp>
        <p:nvSpPr>
          <p:cNvPr id="10" name="Shape 7"/>
          <p:cNvSpPr/>
          <p:nvPr/>
        </p:nvSpPr>
        <p:spPr>
          <a:xfrm>
            <a:off x="1301648" y="2995757"/>
            <a:ext cx="341528" cy="180320"/>
          </a:xfrm>
          <a:prstGeom prst="line">
            <a:avLst/>
          </a:prstGeom>
          <a:noFill/>
          <a:ln w="38100">
            <a:solidFill>
              <a:srgbClr val="0066B3"/>
            </a:solidFill>
            <a:prstDash val="solid"/>
            <a:headEnd type="none"/>
            <a:tailEnd type="none"/>
          </a:ln>
        </p:spPr>
        <p:txBody>
          <a:bodyPr/>
          <a:lstStyle/>
          <a:p>
            <a:endParaRPr lang="en-US"/>
          </a:p>
        </p:txBody>
      </p:sp>
      <p:sp>
        <p:nvSpPr>
          <p:cNvPr id="11" name="Shape 8"/>
          <p:cNvSpPr/>
          <p:nvPr/>
        </p:nvSpPr>
        <p:spPr>
          <a:xfrm>
            <a:off x="1643177" y="3176077"/>
            <a:ext cx="273223" cy="68397"/>
          </a:xfrm>
          <a:prstGeom prst="line">
            <a:avLst/>
          </a:prstGeom>
          <a:noFill/>
          <a:ln w="38100">
            <a:solidFill>
              <a:srgbClr val="0066B3"/>
            </a:solidFill>
            <a:prstDash val="solid"/>
            <a:headEnd type="none"/>
            <a:tailEnd type="none"/>
          </a:ln>
        </p:spPr>
        <p:txBody>
          <a:bodyPr/>
          <a:lstStyle/>
          <a:p>
            <a:endParaRPr lang="en-US"/>
          </a:p>
        </p:txBody>
      </p:sp>
      <p:sp>
        <p:nvSpPr>
          <p:cNvPr id="12" name="Shape 9"/>
          <p:cNvSpPr/>
          <p:nvPr/>
        </p:nvSpPr>
        <p:spPr>
          <a:xfrm flipV="1">
            <a:off x="1916400" y="3219602"/>
            <a:ext cx="318760" cy="24872"/>
          </a:xfrm>
          <a:prstGeom prst="line">
            <a:avLst/>
          </a:prstGeom>
          <a:noFill/>
          <a:ln w="38100">
            <a:solidFill>
              <a:srgbClr val="0066B3"/>
            </a:solidFill>
            <a:prstDash val="solid"/>
            <a:headEnd type="none"/>
            <a:tailEnd type="none"/>
          </a:ln>
        </p:spPr>
        <p:txBody>
          <a:bodyPr/>
          <a:lstStyle/>
          <a:p>
            <a:endParaRPr lang="en-US"/>
          </a:p>
        </p:txBody>
      </p:sp>
      <p:sp>
        <p:nvSpPr>
          <p:cNvPr id="13" name="Shape 10"/>
          <p:cNvSpPr/>
          <p:nvPr/>
        </p:nvSpPr>
        <p:spPr>
          <a:xfrm flipV="1">
            <a:off x="2235159" y="3113898"/>
            <a:ext cx="432603" cy="105705"/>
          </a:xfrm>
          <a:prstGeom prst="line">
            <a:avLst/>
          </a:prstGeom>
          <a:noFill/>
          <a:ln w="38100">
            <a:solidFill>
              <a:srgbClr val="0066B3"/>
            </a:solidFill>
            <a:prstDash val="solid"/>
            <a:headEnd type="none"/>
            <a:tailEnd type="none"/>
          </a:ln>
        </p:spPr>
        <p:txBody>
          <a:bodyPr/>
          <a:lstStyle/>
          <a:p>
            <a:endParaRPr lang="en-US"/>
          </a:p>
        </p:txBody>
      </p:sp>
      <p:sp>
        <p:nvSpPr>
          <p:cNvPr id="14" name="Shape 11"/>
          <p:cNvSpPr/>
          <p:nvPr/>
        </p:nvSpPr>
        <p:spPr>
          <a:xfrm flipV="1">
            <a:off x="2667762" y="2958450"/>
            <a:ext cx="569214" cy="155448"/>
          </a:xfrm>
          <a:prstGeom prst="line">
            <a:avLst/>
          </a:prstGeom>
          <a:noFill/>
          <a:ln w="38100">
            <a:solidFill>
              <a:srgbClr val="0066B3"/>
            </a:solidFill>
            <a:prstDash val="solid"/>
            <a:headEnd type="none"/>
            <a:tailEnd type="none"/>
          </a:ln>
        </p:spPr>
        <p:txBody>
          <a:bodyPr/>
          <a:lstStyle/>
          <a:p>
            <a:endParaRPr lang="en-US"/>
          </a:p>
        </p:txBody>
      </p:sp>
      <p:sp>
        <p:nvSpPr>
          <p:cNvPr id="15" name="Shape 12"/>
          <p:cNvSpPr/>
          <p:nvPr/>
        </p:nvSpPr>
        <p:spPr>
          <a:xfrm flipV="1">
            <a:off x="960120" y="3816523"/>
            <a:ext cx="341528" cy="149230"/>
          </a:xfrm>
          <a:prstGeom prst="line">
            <a:avLst/>
          </a:prstGeom>
          <a:noFill/>
          <a:ln w="38100">
            <a:solidFill>
              <a:srgbClr val="0066B3"/>
            </a:solidFill>
            <a:prstDash val="solid"/>
            <a:headEnd type="none"/>
            <a:tailEnd type="none"/>
          </a:ln>
        </p:spPr>
        <p:txBody>
          <a:bodyPr/>
          <a:lstStyle/>
          <a:p>
            <a:endParaRPr lang="en-US"/>
          </a:p>
        </p:txBody>
      </p:sp>
      <p:sp>
        <p:nvSpPr>
          <p:cNvPr id="16" name="Shape 13"/>
          <p:cNvSpPr/>
          <p:nvPr/>
        </p:nvSpPr>
        <p:spPr>
          <a:xfrm flipV="1">
            <a:off x="1301648" y="3636203"/>
            <a:ext cx="341528" cy="180320"/>
          </a:xfrm>
          <a:prstGeom prst="line">
            <a:avLst/>
          </a:prstGeom>
          <a:noFill/>
          <a:ln w="38100">
            <a:solidFill>
              <a:srgbClr val="0066B3"/>
            </a:solidFill>
            <a:prstDash val="solid"/>
            <a:headEnd type="none"/>
            <a:tailEnd type="none"/>
          </a:ln>
        </p:spPr>
        <p:txBody>
          <a:bodyPr/>
          <a:lstStyle/>
          <a:p>
            <a:endParaRPr lang="en-US"/>
          </a:p>
        </p:txBody>
      </p:sp>
      <p:sp>
        <p:nvSpPr>
          <p:cNvPr id="17" name="Shape 14"/>
          <p:cNvSpPr/>
          <p:nvPr/>
        </p:nvSpPr>
        <p:spPr>
          <a:xfrm flipV="1">
            <a:off x="1643177" y="3567806"/>
            <a:ext cx="273223" cy="68397"/>
          </a:xfrm>
          <a:prstGeom prst="line">
            <a:avLst/>
          </a:prstGeom>
          <a:noFill/>
          <a:ln w="38100">
            <a:solidFill>
              <a:srgbClr val="0066B3"/>
            </a:solidFill>
            <a:prstDash val="solid"/>
            <a:headEnd type="none"/>
            <a:tailEnd type="none"/>
          </a:ln>
        </p:spPr>
        <p:txBody>
          <a:bodyPr/>
          <a:lstStyle/>
          <a:p>
            <a:endParaRPr lang="en-US"/>
          </a:p>
        </p:txBody>
      </p:sp>
      <p:sp>
        <p:nvSpPr>
          <p:cNvPr id="18" name="Shape 15"/>
          <p:cNvSpPr/>
          <p:nvPr/>
        </p:nvSpPr>
        <p:spPr>
          <a:xfrm>
            <a:off x="1916400" y="3567806"/>
            <a:ext cx="318760" cy="24872"/>
          </a:xfrm>
          <a:prstGeom prst="line">
            <a:avLst/>
          </a:prstGeom>
          <a:noFill/>
          <a:ln w="38100">
            <a:solidFill>
              <a:srgbClr val="0066B3"/>
            </a:solidFill>
            <a:prstDash val="solid"/>
            <a:headEnd type="none"/>
            <a:tailEnd type="none"/>
          </a:ln>
        </p:spPr>
        <p:txBody>
          <a:bodyPr/>
          <a:lstStyle/>
          <a:p>
            <a:endParaRPr lang="en-US"/>
          </a:p>
        </p:txBody>
      </p:sp>
      <p:sp>
        <p:nvSpPr>
          <p:cNvPr id="19" name="Shape 16"/>
          <p:cNvSpPr/>
          <p:nvPr/>
        </p:nvSpPr>
        <p:spPr>
          <a:xfrm>
            <a:off x="2235159" y="3592678"/>
            <a:ext cx="432603" cy="105705"/>
          </a:xfrm>
          <a:prstGeom prst="line">
            <a:avLst/>
          </a:prstGeom>
          <a:noFill/>
          <a:ln w="38100">
            <a:solidFill>
              <a:srgbClr val="0066B3"/>
            </a:solidFill>
            <a:prstDash val="solid"/>
            <a:headEnd type="none"/>
            <a:tailEnd type="none"/>
          </a:ln>
        </p:spPr>
        <p:txBody>
          <a:bodyPr/>
          <a:lstStyle/>
          <a:p>
            <a:endParaRPr lang="en-US"/>
          </a:p>
        </p:txBody>
      </p:sp>
      <p:sp>
        <p:nvSpPr>
          <p:cNvPr id="20" name="Shape 17"/>
          <p:cNvSpPr/>
          <p:nvPr/>
        </p:nvSpPr>
        <p:spPr>
          <a:xfrm>
            <a:off x="2667762" y="3698382"/>
            <a:ext cx="569214" cy="155448"/>
          </a:xfrm>
          <a:prstGeom prst="line">
            <a:avLst/>
          </a:prstGeom>
          <a:noFill/>
          <a:ln w="38100">
            <a:solidFill>
              <a:srgbClr val="0066B3"/>
            </a:solidFill>
            <a:prstDash val="solid"/>
            <a:headEnd type="none"/>
            <a:tailEnd type="none"/>
          </a:ln>
        </p:spPr>
        <p:txBody>
          <a:bodyPr/>
          <a:lstStyle/>
          <a:p>
            <a:endParaRPr lang="en-US"/>
          </a:p>
        </p:txBody>
      </p:sp>
      <p:sp>
        <p:nvSpPr>
          <p:cNvPr id="21" name="Shape 18"/>
          <p:cNvSpPr/>
          <p:nvPr/>
        </p:nvSpPr>
        <p:spPr>
          <a:xfrm>
            <a:off x="777240" y="3406140"/>
            <a:ext cx="2871216" cy="914"/>
          </a:xfrm>
          <a:prstGeom prst="line">
            <a:avLst/>
          </a:prstGeom>
          <a:noFill/>
          <a:ln w="10160">
            <a:solidFill>
              <a:srgbClr val="C9D6DF"/>
            </a:solidFill>
            <a:prstDash val="dash"/>
            <a:headEnd type="none"/>
            <a:tailEnd type="none"/>
          </a:ln>
        </p:spPr>
        <p:txBody>
          <a:bodyPr/>
          <a:lstStyle/>
          <a:p>
            <a:endParaRPr lang="en-US"/>
          </a:p>
        </p:txBody>
      </p:sp>
      <p:sp>
        <p:nvSpPr>
          <p:cNvPr id="22" name="Shape 19"/>
          <p:cNvSpPr/>
          <p:nvPr/>
        </p:nvSpPr>
        <p:spPr>
          <a:xfrm>
            <a:off x="1069848" y="3406140"/>
            <a:ext cx="2057400" cy="914"/>
          </a:xfrm>
          <a:prstGeom prst="line">
            <a:avLst/>
          </a:prstGeom>
          <a:noFill/>
          <a:ln w="21590">
            <a:solidFill>
              <a:srgbClr val="168A91"/>
            </a:solidFill>
            <a:prstDash val="solid"/>
            <a:headEnd type="none"/>
            <a:tailEnd type="triangle"/>
          </a:ln>
        </p:spPr>
        <p:txBody>
          <a:bodyPr/>
          <a:lstStyle/>
          <a:p>
            <a:endParaRPr lang="en-US"/>
          </a:p>
        </p:txBody>
      </p:sp>
      <p:sp>
        <p:nvSpPr>
          <p:cNvPr id="23" name="Text 20"/>
          <p:cNvSpPr/>
          <p:nvPr/>
        </p:nvSpPr>
        <p:spPr>
          <a:xfrm>
            <a:off x="923544" y="4366260"/>
            <a:ext cx="2779776" cy="30175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Adapted</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Text 21"/>
          <p:cNvSpPr/>
          <p:nvPr/>
        </p:nvSpPr>
        <p:spPr>
          <a:xfrm>
            <a:off x="923544" y="4850892"/>
            <a:ext cx="286207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p_exit = p_back</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Shape 22"/>
          <p:cNvSpPr/>
          <p:nvPr/>
        </p:nvSpPr>
        <p:spPr>
          <a:xfrm>
            <a:off x="4709160" y="2846527"/>
            <a:ext cx="341528" cy="149230"/>
          </a:xfrm>
          <a:prstGeom prst="line">
            <a:avLst/>
          </a:prstGeom>
          <a:noFill/>
          <a:ln w="38100">
            <a:solidFill>
              <a:srgbClr val="0066B3"/>
            </a:solidFill>
            <a:prstDash val="solid"/>
            <a:headEnd type="none"/>
            <a:tailEnd type="none"/>
          </a:ln>
        </p:spPr>
        <p:txBody>
          <a:bodyPr/>
          <a:lstStyle/>
          <a:p>
            <a:endParaRPr lang="en-US"/>
          </a:p>
        </p:txBody>
      </p:sp>
      <p:sp>
        <p:nvSpPr>
          <p:cNvPr id="26" name="Shape 23"/>
          <p:cNvSpPr/>
          <p:nvPr/>
        </p:nvSpPr>
        <p:spPr>
          <a:xfrm>
            <a:off x="5050688" y="2995757"/>
            <a:ext cx="341528" cy="180320"/>
          </a:xfrm>
          <a:prstGeom prst="line">
            <a:avLst/>
          </a:prstGeom>
          <a:noFill/>
          <a:ln w="38100">
            <a:solidFill>
              <a:srgbClr val="0066B3"/>
            </a:solidFill>
            <a:prstDash val="solid"/>
            <a:headEnd type="none"/>
            <a:tailEnd type="none"/>
          </a:ln>
        </p:spPr>
        <p:txBody>
          <a:bodyPr/>
          <a:lstStyle/>
          <a:p>
            <a:endParaRPr lang="en-US"/>
          </a:p>
        </p:txBody>
      </p:sp>
      <p:sp>
        <p:nvSpPr>
          <p:cNvPr id="27" name="Shape 24"/>
          <p:cNvSpPr/>
          <p:nvPr/>
        </p:nvSpPr>
        <p:spPr>
          <a:xfrm>
            <a:off x="5392217" y="3176077"/>
            <a:ext cx="273223" cy="68397"/>
          </a:xfrm>
          <a:prstGeom prst="line">
            <a:avLst/>
          </a:prstGeom>
          <a:noFill/>
          <a:ln w="38100">
            <a:solidFill>
              <a:srgbClr val="0066B3"/>
            </a:solidFill>
            <a:prstDash val="solid"/>
            <a:headEnd type="none"/>
            <a:tailEnd type="none"/>
          </a:ln>
        </p:spPr>
        <p:txBody>
          <a:bodyPr/>
          <a:lstStyle/>
          <a:p>
            <a:endParaRPr lang="en-US"/>
          </a:p>
        </p:txBody>
      </p:sp>
      <p:sp>
        <p:nvSpPr>
          <p:cNvPr id="28" name="Shape 25"/>
          <p:cNvSpPr/>
          <p:nvPr/>
        </p:nvSpPr>
        <p:spPr>
          <a:xfrm flipV="1">
            <a:off x="5665440" y="3219602"/>
            <a:ext cx="318760" cy="24872"/>
          </a:xfrm>
          <a:prstGeom prst="line">
            <a:avLst/>
          </a:prstGeom>
          <a:noFill/>
          <a:ln w="38100">
            <a:solidFill>
              <a:srgbClr val="0066B3"/>
            </a:solidFill>
            <a:prstDash val="solid"/>
            <a:headEnd type="none"/>
            <a:tailEnd type="none"/>
          </a:ln>
        </p:spPr>
        <p:txBody>
          <a:bodyPr/>
          <a:lstStyle/>
          <a:p>
            <a:endParaRPr lang="en-US"/>
          </a:p>
        </p:txBody>
      </p:sp>
      <p:sp>
        <p:nvSpPr>
          <p:cNvPr id="29" name="Shape 26"/>
          <p:cNvSpPr/>
          <p:nvPr/>
        </p:nvSpPr>
        <p:spPr>
          <a:xfrm flipV="1">
            <a:off x="5984199" y="3113898"/>
            <a:ext cx="432603" cy="105705"/>
          </a:xfrm>
          <a:prstGeom prst="line">
            <a:avLst/>
          </a:prstGeom>
          <a:noFill/>
          <a:ln w="38100">
            <a:solidFill>
              <a:srgbClr val="0066B3"/>
            </a:solidFill>
            <a:prstDash val="solid"/>
            <a:headEnd type="none"/>
            <a:tailEnd type="none"/>
          </a:ln>
        </p:spPr>
        <p:txBody>
          <a:bodyPr/>
          <a:lstStyle/>
          <a:p>
            <a:endParaRPr lang="en-US"/>
          </a:p>
        </p:txBody>
      </p:sp>
      <p:sp>
        <p:nvSpPr>
          <p:cNvPr id="30" name="Shape 27"/>
          <p:cNvSpPr/>
          <p:nvPr/>
        </p:nvSpPr>
        <p:spPr>
          <a:xfrm flipV="1">
            <a:off x="6416802" y="2958450"/>
            <a:ext cx="569214" cy="155448"/>
          </a:xfrm>
          <a:prstGeom prst="line">
            <a:avLst/>
          </a:prstGeom>
          <a:noFill/>
          <a:ln w="38100">
            <a:solidFill>
              <a:srgbClr val="0066B3"/>
            </a:solidFill>
            <a:prstDash val="solid"/>
            <a:headEnd type="none"/>
            <a:tailEnd type="none"/>
          </a:ln>
        </p:spPr>
        <p:txBody>
          <a:bodyPr/>
          <a:lstStyle/>
          <a:p>
            <a:endParaRPr lang="en-US"/>
          </a:p>
        </p:txBody>
      </p:sp>
      <p:sp>
        <p:nvSpPr>
          <p:cNvPr id="31" name="Shape 28"/>
          <p:cNvSpPr/>
          <p:nvPr/>
        </p:nvSpPr>
        <p:spPr>
          <a:xfrm flipV="1">
            <a:off x="4709160" y="3816523"/>
            <a:ext cx="341528" cy="149230"/>
          </a:xfrm>
          <a:prstGeom prst="line">
            <a:avLst/>
          </a:prstGeom>
          <a:noFill/>
          <a:ln w="38100">
            <a:solidFill>
              <a:srgbClr val="0066B3"/>
            </a:solidFill>
            <a:prstDash val="solid"/>
            <a:headEnd type="none"/>
            <a:tailEnd type="none"/>
          </a:ln>
        </p:spPr>
        <p:txBody>
          <a:bodyPr/>
          <a:lstStyle/>
          <a:p>
            <a:endParaRPr lang="en-US"/>
          </a:p>
        </p:txBody>
      </p:sp>
      <p:sp>
        <p:nvSpPr>
          <p:cNvPr id="32" name="Shape 29"/>
          <p:cNvSpPr/>
          <p:nvPr/>
        </p:nvSpPr>
        <p:spPr>
          <a:xfrm flipV="1">
            <a:off x="5050688" y="3636203"/>
            <a:ext cx="341528" cy="180320"/>
          </a:xfrm>
          <a:prstGeom prst="line">
            <a:avLst/>
          </a:prstGeom>
          <a:noFill/>
          <a:ln w="38100">
            <a:solidFill>
              <a:srgbClr val="0066B3"/>
            </a:solidFill>
            <a:prstDash val="solid"/>
            <a:headEnd type="none"/>
            <a:tailEnd type="none"/>
          </a:ln>
        </p:spPr>
        <p:txBody>
          <a:bodyPr/>
          <a:lstStyle/>
          <a:p>
            <a:endParaRPr lang="en-US"/>
          </a:p>
        </p:txBody>
      </p:sp>
      <p:sp>
        <p:nvSpPr>
          <p:cNvPr id="33" name="Shape 30"/>
          <p:cNvSpPr/>
          <p:nvPr/>
        </p:nvSpPr>
        <p:spPr>
          <a:xfrm flipV="1">
            <a:off x="5392217" y="3567806"/>
            <a:ext cx="273223" cy="68397"/>
          </a:xfrm>
          <a:prstGeom prst="line">
            <a:avLst/>
          </a:prstGeom>
          <a:noFill/>
          <a:ln w="38100">
            <a:solidFill>
              <a:srgbClr val="0066B3"/>
            </a:solidFill>
            <a:prstDash val="solid"/>
            <a:headEnd type="none"/>
            <a:tailEnd type="none"/>
          </a:ln>
        </p:spPr>
        <p:txBody>
          <a:bodyPr/>
          <a:lstStyle/>
          <a:p>
            <a:endParaRPr lang="en-US"/>
          </a:p>
        </p:txBody>
      </p:sp>
      <p:sp>
        <p:nvSpPr>
          <p:cNvPr id="34" name="Shape 31"/>
          <p:cNvSpPr/>
          <p:nvPr/>
        </p:nvSpPr>
        <p:spPr>
          <a:xfrm>
            <a:off x="5665440" y="3567806"/>
            <a:ext cx="318760" cy="24872"/>
          </a:xfrm>
          <a:prstGeom prst="line">
            <a:avLst/>
          </a:prstGeom>
          <a:noFill/>
          <a:ln w="38100">
            <a:solidFill>
              <a:srgbClr val="0066B3"/>
            </a:solidFill>
            <a:prstDash val="solid"/>
            <a:headEnd type="none"/>
            <a:tailEnd type="none"/>
          </a:ln>
        </p:spPr>
        <p:txBody>
          <a:bodyPr/>
          <a:lstStyle/>
          <a:p>
            <a:endParaRPr lang="en-US"/>
          </a:p>
        </p:txBody>
      </p:sp>
      <p:sp>
        <p:nvSpPr>
          <p:cNvPr id="35" name="Shape 32"/>
          <p:cNvSpPr/>
          <p:nvPr/>
        </p:nvSpPr>
        <p:spPr>
          <a:xfrm>
            <a:off x="5984199" y="3592678"/>
            <a:ext cx="432603" cy="105705"/>
          </a:xfrm>
          <a:prstGeom prst="line">
            <a:avLst/>
          </a:prstGeom>
          <a:noFill/>
          <a:ln w="38100">
            <a:solidFill>
              <a:srgbClr val="0066B3"/>
            </a:solidFill>
            <a:prstDash val="solid"/>
            <a:headEnd type="none"/>
            <a:tailEnd type="none"/>
          </a:ln>
        </p:spPr>
        <p:txBody>
          <a:bodyPr/>
          <a:lstStyle/>
          <a:p>
            <a:endParaRPr lang="en-US"/>
          </a:p>
        </p:txBody>
      </p:sp>
      <p:sp>
        <p:nvSpPr>
          <p:cNvPr id="36" name="Shape 33"/>
          <p:cNvSpPr/>
          <p:nvPr/>
        </p:nvSpPr>
        <p:spPr>
          <a:xfrm>
            <a:off x="6416802" y="3698382"/>
            <a:ext cx="569214" cy="155448"/>
          </a:xfrm>
          <a:prstGeom prst="line">
            <a:avLst/>
          </a:prstGeom>
          <a:noFill/>
          <a:ln w="38100">
            <a:solidFill>
              <a:srgbClr val="0066B3"/>
            </a:solidFill>
            <a:prstDash val="solid"/>
            <a:headEnd type="none"/>
            <a:tailEnd type="none"/>
          </a:ln>
        </p:spPr>
        <p:txBody>
          <a:bodyPr/>
          <a:lstStyle/>
          <a:p>
            <a:endParaRPr lang="en-US"/>
          </a:p>
        </p:txBody>
      </p:sp>
      <p:sp>
        <p:nvSpPr>
          <p:cNvPr id="37" name="Shape 34"/>
          <p:cNvSpPr/>
          <p:nvPr/>
        </p:nvSpPr>
        <p:spPr>
          <a:xfrm>
            <a:off x="4526280" y="3406140"/>
            <a:ext cx="2871216" cy="914"/>
          </a:xfrm>
          <a:prstGeom prst="line">
            <a:avLst/>
          </a:prstGeom>
          <a:noFill/>
          <a:ln w="10160">
            <a:solidFill>
              <a:srgbClr val="C9D6DF"/>
            </a:solidFill>
            <a:prstDash val="dash"/>
            <a:headEnd type="none"/>
            <a:tailEnd type="none"/>
          </a:ln>
        </p:spPr>
        <p:txBody>
          <a:bodyPr/>
          <a:lstStyle/>
          <a:p>
            <a:endParaRPr lang="en-US"/>
          </a:p>
        </p:txBody>
      </p:sp>
      <p:sp>
        <p:nvSpPr>
          <p:cNvPr id="38" name="Shape 35"/>
          <p:cNvSpPr/>
          <p:nvPr/>
        </p:nvSpPr>
        <p:spPr>
          <a:xfrm>
            <a:off x="4818888" y="3406140"/>
            <a:ext cx="2057400" cy="914"/>
          </a:xfrm>
          <a:prstGeom prst="line">
            <a:avLst/>
          </a:prstGeom>
          <a:noFill/>
          <a:ln w="21590">
            <a:solidFill>
              <a:srgbClr val="168A91"/>
            </a:solidFill>
            <a:prstDash val="solid"/>
            <a:headEnd type="none"/>
            <a:tailEnd type="triangle"/>
          </a:ln>
        </p:spPr>
        <p:txBody>
          <a:bodyPr/>
          <a:lstStyle/>
          <a:p>
            <a:endParaRPr lang="en-US"/>
          </a:p>
        </p:txBody>
      </p:sp>
      <p:sp>
        <p:nvSpPr>
          <p:cNvPr id="39" name="Text 36"/>
          <p:cNvSpPr/>
          <p:nvPr/>
        </p:nvSpPr>
        <p:spPr>
          <a:xfrm>
            <a:off x="4672584" y="4366260"/>
            <a:ext cx="2779776" cy="30175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Underexpanded</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40" name="Text 37"/>
          <p:cNvSpPr/>
          <p:nvPr/>
        </p:nvSpPr>
        <p:spPr>
          <a:xfrm>
            <a:off x="4672584" y="4850892"/>
            <a:ext cx="286207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p_exit &gt; p_back</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41" name="Shape 38"/>
          <p:cNvSpPr/>
          <p:nvPr/>
        </p:nvSpPr>
        <p:spPr>
          <a:xfrm flipV="1">
            <a:off x="7040880" y="2756916"/>
            <a:ext cx="539496" cy="429768"/>
          </a:xfrm>
          <a:prstGeom prst="line">
            <a:avLst/>
          </a:prstGeom>
          <a:noFill/>
          <a:ln w="15240">
            <a:solidFill>
              <a:srgbClr val="168A91"/>
            </a:solidFill>
            <a:prstDash val="solid"/>
            <a:headEnd type="none"/>
            <a:tailEnd type="triangle"/>
          </a:ln>
        </p:spPr>
        <p:txBody>
          <a:bodyPr/>
          <a:lstStyle/>
          <a:p>
            <a:endParaRPr lang="en-US"/>
          </a:p>
        </p:txBody>
      </p:sp>
      <p:sp>
        <p:nvSpPr>
          <p:cNvPr id="42" name="Shape 39"/>
          <p:cNvSpPr/>
          <p:nvPr/>
        </p:nvSpPr>
        <p:spPr>
          <a:xfrm>
            <a:off x="7040880" y="3616452"/>
            <a:ext cx="539496" cy="448056"/>
          </a:xfrm>
          <a:prstGeom prst="line">
            <a:avLst/>
          </a:prstGeom>
          <a:noFill/>
          <a:ln w="15240">
            <a:solidFill>
              <a:srgbClr val="168A91"/>
            </a:solidFill>
            <a:prstDash val="solid"/>
            <a:headEnd type="none"/>
            <a:tailEnd type="triangle"/>
          </a:ln>
        </p:spPr>
        <p:txBody>
          <a:bodyPr/>
          <a:lstStyle/>
          <a:p>
            <a:endParaRPr lang="en-US"/>
          </a:p>
        </p:txBody>
      </p:sp>
      <p:sp>
        <p:nvSpPr>
          <p:cNvPr id="43" name="Shape 40"/>
          <p:cNvSpPr/>
          <p:nvPr/>
        </p:nvSpPr>
        <p:spPr>
          <a:xfrm>
            <a:off x="8458200" y="2846527"/>
            <a:ext cx="341528" cy="149230"/>
          </a:xfrm>
          <a:prstGeom prst="line">
            <a:avLst/>
          </a:prstGeom>
          <a:noFill/>
          <a:ln w="38100">
            <a:solidFill>
              <a:srgbClr val="0066B3"/>
            </a:solidFill>
            <a:prstDash val="solid"/>
            <a:headEnd type="none"/>
            <a:tailEnd type="none"/>
          </a:ln>
        </p:spPr>
        <p:txBody>
          <a:bodyPr/>
          <a:lstStyle/>
          <a:p>
            <a:endParaRPr lang="en-US"/>
          </a:p>
        </p:txBody>
      </p:sp>
      <p:sp>
        <p:nvSpPr>
          <p:cNvPr id="44" name="Shape 41"/>
          <p:cNvSpPr/>
          <p:nvPr/>
        </p:nvSpPr>
        <p:spPr>
          <a:xfrm>
            <a:off x="8799728" y="2995757"/>
            <a:ext cx="341528" cy="180320"/>
          </a:xfrm>
          <a:prstGeom prst="line">
            <a:avLst/>
          </a:prstGeom>
          <a:noFill/>
          <a:ln w="38100">
            <a:solidFill>
              <a:srgbClr val="0066B3"/>
            </a:solidFill>
            <a:prstDash val="solid"/>
            <a:headEnd type="none"/>
            <a:tailEnd type="none"/>
          </a:ln>
        </p:spPr>
        <p:txBody>
          <a:bodyPr/>
          <a:lstStyle/>
          <a:p>
            <a:endParaRPr lang="en-US"/>
          </a:p>
        </p:txBody>
      </p:sp>
      <p:sp>
        <p:nvSpPr>
          <p:cNvPr id="45" name="Shape 42"/>
          <p:cNvSpPr/>
          <p:nvPr/>
        </p:nvSpPr>
        <p:spPr>
          <a:xfrm>
            <a:off x="9141257" y="3176077"/>
            <a:ext cx="273223" cy="68397"/>
          </a:xfrm>
          <a:prstGeom prst="line">
            <a:avLst/>
          </a:prstGeom>
          <a:noFill/>
          <a:ln w="38100">
            <a:solidFill>
              <a:srgbClr val="0066B3"/>
            </a:solidFill>
            <a:prstDash val="solid"/>
            <a:headEnd type="none"/>
            <a:tailEnd type="none"/>
          </a:ln>
        </p:spPr>
        <p:txBody>
          <a:bodyPr/>
          <a:lstStyle/>
          <a:p>
            <a:endParaRPr lang="en-US"/>
          </a:p>
        </p:txBody>
      </p:sp>
      <p:sp>
        <p:nvSpPr>
          <p:cNvPr id="46" name="Shape 43"/>
          <p:cNvSpPr/>
          <p:nvPr/>
        </p:nvSpPr>
        <p:spPr>
          <a:xfrm flipV="1">
            <a:off x="9414480" y="3219602"/>
            <a:ext cx="318760" cy="24872"/>
          </a:xfrm>
          <a:prstGeom prst="line">
            <a:avLst/>
          </a:prstGeom>
          <a:noFill/>
          <a:ln w="38100">
            <a:solidFill>
              <a:srgbClr val="0066B3"/>
            </a:solidFill>
            <a:prstDash val="solid"/>
            <a:headEnd type="none"/>
            <a:tailEnd type="none"/>
          </a:ln>
        </p:spPr>
        <p:txBody>
          <a:bodyPr/>
          <a:lstStyle/>
          <a:p>
            <a:endParaRPr lang="en-US"/>
          </a:p>
        </p:txBody>
      </p:sp>
      <p:sp>
        <p:nvSpPr>
          <p:cNvPr id="47" name="Shape 44"/>
          <p:cNvSpPr/>
          <p:nvPr/>
        </p:nvSpPr>
        <p:spPr>
          <a:xfrm flipV="1">
            <a:off x="9733239" y="3113898"/>
            <a:ext cx="432603" cy="105705"/>
          </a:xfrm>
          <a:prstGeom prst="line">
            <a:avLst/>
          </a:prstGeom>
          <a:noFill/>
          <a:ln w="38100">
            <a:solidFill>
              <a:srgbClr val="0066B3"/>
            </a:solidFill>
            <a:prstDash val="solid"/>
            <a:headEnd type="none"/>
            <a:tailEnd type="none"/>
          </a:ln>
        </p:spPr>
        <p:txBody>
          <a:bodyPr/>
          <a:lstStyle/>
          <a:p>
            <a:endParaRPr lang="en-US"/>
          </a:p>
        </p:txBody>
      </p:sp>
      <p:sp>
        <p:nvSpPr>
          <p:cNvPr id="48" name="Shape 45"/>
          <p:cNvSpPr/>
          <p:nvPr/>
        </p:nvSpPr>
        <p:spPr>
          <a:xfrm flipV="1">
            <a:off x="10165842" y="2958450"/>
            <a:ext cx="569214" cy="155448"/>
          </a:xfrm>
          <a:prstGeom prst="line">
            <a:avLst/>
          </a:prstGeom>
          <a:noFill/>
          <a:ln w="38100">
            <a:solidFill>
              <a:srgbClr val="0066B3"/>
            </a:solidFill>
            <a:prstDash val="solid"/>
            <a:headEnd type="none"/>
            <a:tailEnd type="none"/>
          </a:ln>
        </p:spPr>
        <p:txBody>
          <a:bodyPr/>
          <a:lstStyle/>
          <a:p>
            <a:endParaRPr lang="en-US"/>
          </a:p>
        </p:txBody>
      </p:sp>
      <p:sp>
        <p:nvSpPr>
          <p:cNvPr id="49" name="Shape 46"/>
          <p:cNvSpPr/>
          <p:nvPr/>
        </p:nvSpPr>
        <p:spPr>
          <a:xfrm flipV="1">
            <a:off x="8458200" y="3816523"/>
            <a:ext cx="341528" cy="149230"/>
          </a:xfrm>
          <a:prstGeom prst="line">
            <a:avLst/>
          </a:prstGeom>
          <a:noFill/>
          <a:ln w="38100">
            <a:solidFill>
              <a:srgbClr val="0066B3"/>
            </a:solidFill>
            <a:prstDash val="solid"/>
            <a:headEnd type="none"/>
            <a:tailEnd type="none"/>
          </a:ln>
        </p:spPr>
        <p:txBody>
          <a:bodyPr/>
          <a:lstStyle/>
          <a:p>
            <a:endParaRPr lang="en-US"/>
          </a:p>
        </p:txBody>
      </p:sp>
      <p:sp>
        <p:nvSpPr>
          <p:cNvPr id="50" name="Shape 47"/>
          <p:cNvSpPr/>
          <p:nvPr/>
        </p:nvSpPr>
        <p:spPr>
          <a:xfrm flipV="1">
            <a:off x="8799728" y="3636203"/>
            <a:ext cx="341528" cy="180320"/>
          </a:xfrm>
          <a:prstGeom prst="line">
            <a:avLst/>
          </a:prstGeom>
          <a:noFill/>
          <a:ln w="38100">
            <a:solidFill>
              <a:srgbClr val="0066B3"/>
            </a:solidFill>
            <a:prstDash val="solid"/>
            <a:headEnd type="none"/>
            <a:tailEnd type="none"/>
          </a:ln>
        </p:spPr>
        <p:txBody>
          <a:bodyPr/>
          <a:lstStyle/>
          <a:p>
            <a:endParaRPr lang="en-US"/>
          </a:p>
        </p:txBody>
      </p:sp>
      <p:sp>
        <p:nvSpPr>
          <p:cNvPr id="51" name="Shape 48"/>
          <p:cNvSpPr/>
          <p:nvPr/>
        </p:nvSpPr>
        <p:spPr>
          <a:xfrm flipV="1">
            <a:off x="9141257" y="3567806"/>
            <a:ext cx="273223" cy="68397"/>
          </a:xfrm>
          <a:prstGeom prst="line">
            <a:avLst/>
          </a:prstGeom>
          <a:noFill/>
          <a:ln w="38100">
            <a:solidFill>
              <a:srgbClr val="0066B3"/>
            </a:solidFill>
            <a:prstDash val="solid"/>
            <a:headEnd type="none"/>
            <a:tailEnd type="none"/>
          </a:ln>
        </p:spPr>
        <p:txBody>
          <a:bodyPr/>
          <a:lstStyle/>
          <a:p>
            <a:endParaRPr lang="en-US"/>
          </a:p>
        </p:txBody>
      </p:sp>
      <p:sp>
        <p:nvSpPr>
          <p:cNvPr id="52" name="Shape 49"/>
          <p:cNvSpPr/>
          <p:nvPr/>
        </p:nvSpPr>
        <p:spPr>
          <a:xfrm>
            <a:off x="9414480" y="3567806"/>
            <a:ext cx="318760" cy="24872"/>
          </a:xfrm>
          <a:prstGeom prst="line">
            <a:avLst/>
          </a:prstGeom>
          <a:noFill/>
          <a:ln w="38100">
            <a:solidFill>
              <a:srgbClr val="0066B3"/>
            </a:solidFill>
            <a:prstDash val="solid"/>
            <a:headEnd type="none"/>
            <a:tailEnd type="none"/>
          </a:ln>
        </p:spPr>
        <p:txBody>
          <a:bodyPr/>
          <a:lstStyle/>
          <a:p>
            <a:endParaRPr lang="en-US"/>
          </a:p>
        </p:txBody>
      </p:sp>
      <p:sp>
        <p:nvSpPr>
          <p:cNvPr id="53" name="Shape 50"/>
          <p:cNvSpPr/>
          <p:nvPr/>
        </p:nvSpPr>
        <p:spPr>
          <a:xfrm>
            <a:off x="9733239" y="3592678"/>
            <a:ext cx="432603" cy="105705"/>
          </a:xfrm>
          <a:prstGeom prst="line">
            <a:avLst/>
          </a:prstGeom>
          <a:noFill/>
          <a:ln w="38100">
            <a:solidFill>
              <a:srgbClr val="0066B3"/>
            </a:solidFill>
            <a:prstDash val="solid"/>
            <a:headEnd type="none"/>
            <a:tailEnd type="none"/>
          </a:ln>
        </p:spPr>
        <p:txBody>
          <a:bodyPr/>
          <a:lstStyle/>
          <a:p>
            <a:endParaRPr lang="en-US"/>
          </a:p>
        </p:txBody>
      </p:sp>
      <p:sp>
        <p:nvSpPr>
          <p:cNvPr id="54" name="Shape 51"/>
          <p:cNvSpPr/>
          <p:nvPr/>
        </p:nvSpPr>
        <p:spPr>
          <a:xfrm>
            <a:off x="10165842" y="3698382"/>
            <a:ext cx="569214" cy="155448"/>
          </a:xfrm>
          <a:prstGeom prst="line">
            <a:avLst/>
          </a:prstGeom>
          <a:noFill/>
          <a:ln w="38100">
            <a:solidFill>
              <a:srgbClr val="0066B3"/>
            </a:solidFill>
            <a:prstDash val="solid"/>
            <a:headEnd type="none"/>
            <a:tailEnd type="none"/>
          </a:ln>
        </p:spPr>
        <p:txBody>
          <a:bodyPr/>
          <a:lstStyle/>
          <a:p>
            <a:endParaRPr lang="en-US"/>
          </a:p>
        </p:txBody>
      </p:sp>
      <p:sp>
        <p:nvSpPr>
          <p:cNvPr id="55" name="Shape 52"/>
          <p:cNvSpPr/>
          <p:nvPr/>
        </p:nvSpPr>
        <p:spPr>
          <a:xfrm>
            <a:off x="8275320" y="3406140"/>
            <a:ext cx="2871216" cy="914"/>
          </a:xfrm>
          <a:prstGeom prst="line">
            <a:avLst/>
          </a:prstGeom>
          <a:noFill/>
          <a:ln w="10160">
            <a:solidFill>
              <a:srgbClr val="C9D6DF"/>
            </a:solidFill>
            <a:prstDash val="dash"/>
            <a:headEnd type="none"/>
            <a:tailEnd type="none"/>
          </a:ln>
        </p:spPr>
        <p:txBody>
          <a:bodyPr/>
          <a:lstStyle/>
          <a:p>
            <a:endParaRPr lang="en-US"/>
          </a:p>
        </p:txBody>
      </p:sp>
      <p:sp>
        <p:nvSpPr>
          <p:cNvPr id="56" name="Shape 53"/>
          <p:cNvSpPr/>
          <p:nvPr/>
        </p:nvSpPr>
        <p:spPr>
          <a:xfrm>
            <a:off x="8567928" y="3406140"/>
            <a:ext cx="2057400" cy="914"/>
          </a:xfrm>
          <a:prstGeom prst="line">
            <a:avLst/>
          </a:prstGeom>
          <a:noFill/>
          <a:ln w="21590">
            <a:solidFill>
              <a:srgbClr val="168A91"/>
            </a:solidFill>
            <a:prstDash val="solid"/>
            <a:headEnd type="none"/>
            <a:tailEnd type="triangle"/>
          </a:ln>
        </p:spPr>
        <p:txBody>
          <a:bodyPr/>
          <a:lstStyle/>
          <a:p>
            <a:endParaRPr lang="en-US"/>
          </a:p>
        </p:txBody>
      </p:sp>
      <p:sp>
        <p:nvSpPr>
          <p:cNvPr id="57" name="Text 54"/>
          <p:cNvSpPr/>
          <p:nvPr/>
        </p:nvSpPr>
        <p:spPr>
          <a:xfrm>
            <a:off x="8421624" y="4366260"/>
            <a:ext cx="2779776" cy="30175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Overexpanded</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Text 55"/>
          <p:cNvSpPr/>
          <p:nvPr/>
        </p:nvSpPr>
        <p:spPr>
          <a:xfrm>
            <a:off x="8421624" y="4850892"/>
            <a:ext cx="2862072" cy="3200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p_exit &lt; p_back</a:t>
            </a:r>
            <a:endParaRPr kumimoji="0" lang="en-US" sz="1900" b="0" i="0" u="none" strike="noStrike" kern="1200" cap="none" spc="0" normalizeH="0" baseline="0" noProof="0" dirty="0">
              <a:ln>
                <a:noFill/>
              </a:ln>
              <a:solidFill>
                <a:prstClr val="black"/>
              </a:solidFill>
              <a:effectLst/>
              <a:uLnTx/>
              <a:uFillTx/>
              <a:latin typeface="Arial"/>
              <a:ea typeface="+mn-ea"/>
              <a:cs typeface="+mn-cs"/>
            </a:endParaRPr>
          </a:p>
        </p:txBody>
      </p:sp>
      <p:sp>
        <p:nvSpPr>
          <p:cNvPr id="59" name="Shape 56"/>
          <p:cNvSpPr/>
          <p:nvPr/>
        </p:nvSpPr>
        <p:spPr>
          <a:xfrm>
            <a:off x="10780776" y="2976372"/>
            <a:ext cx="512064" cy="758952"/>
          </a:xfrm>
          <a:prstGeom prst="line">
            <a:avLst/>
          </a:prstGeom>
          <a:noFill/>
          <a:ln w="19050">
            <a:solidFill>
              <a:srgbClr val="C97421"/>
            </a:solidFill>
            <a:prstDash val="solid"/>
            <a:headEnd type="none"/>
            <a:tailEnd type="none"/>
          </a:ln>
        </p:spPr>
        <p:txBody>
          <a:bodyPr/>
          <a:lstStyle/>
          <a:p>
            <a:endParaRPr lang="en-US"/>
          </a:p>
        </p:txBody>
      </p:sp>
      <p:sp>
        <p:nvSpPr>
          <p:cNvPr id="60" name="Shape 57"/>
          <p:cNvSpPr/>
          <p:nvPr/>
        </p:nvSpPr>
        <p:spPr>
          <a:xfrm flipV="1">
            <a:off x="10780776" y="3076956"/>
            <a:ext cx="512064" cy="758952"/>
          </a:xfrm>
          <a:prstGeom prst="line">
            <a:avLst/>
          </a:prstGeom>
          <a:noFill/>
          <a:ln w="19050">
            <a:solidFill>
              <a:srgbClr val="C97421"/>
            </a:solidFill>
            <a:prstDash val="solid"/>
            <a:headEnd type="none"/>
            <a:tailEnd type="none"/>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MODEL CREDIBILITY</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650019" y="1597569"/>
            <a:ext cx="11205773"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A great 1D meanline design </a:t>
            </a:r>
            <a:r>
              <a:rPr lang="cs-CZ" sz="3000">
                <a:solidFill>
                  <a:srgbClr val="172938"/>
                </a:solidFill>
                <a:latin typeface="Arial" pitchFamily="34" charset="0"/>
                <a:ea typeface="Arial" pitchFamily="34" charset="-122"/>
                <a:cs typeface="Arial" pitchFamily="34" charset="-120"/>
              </a:rPr>
              <a:t>may become into a terrible hardware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F34</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22960" y="2468880"/>
            <a:ext cx="2029968" cy="1719072"/>
          </a:xfrm>
          <a:prstGeom prst="rect">
            <a:avLst/>
          </a:prstGeom>
          <a:solidFill>
            <a:srgbClr val="F2F5F7"/>
          </a:solidFill>
          <a:ln w="12700">
            <a:solidFill>
              <a:srgbClr val="F2F5F7"/>
            </a:solidFill>
            <a:prstDash val="solid"/>
          </a:ln>
        </p:spPr>
        <p:txBody>
          <a:bodyPr/>
          <a:lstStyle/>
          <a:p>
            <a:endParaRPr lang="en-US"/>
          </a:p>
        </p:txBody>
      </p:sp>
      <p:sp>
        <p:nvSpPr>
          <p:cNvPr id="10" name="Text 7"/>
          <p:cNvSpPr/>
          <p:nvPr/>
        </p:nvSpPr>
        <p:spPr>
          <a:xfrm>
            <a:off x="932688" y="2715768"/>
            <a:ext cx="1810512" cy="34747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EOS</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 8"/>
          <p:cNvSpPr/>
          <p:nvPr/>
        </p:nvSpPr>
        <p:spPr>
          <a:xfrm>
            <a:off x="960120" y="3264408"/>
            <a:ext cx="1755648" cy="71323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Check state and derivatives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Shape 9"/>
          <p:cNvSpPr/>
          <p:nvPr/>
        </p:nvSpPr>
        <p:spPr>
          <a:xfrm>
            <a:off x="2871216" y="3218688"/>
            <a:ext cx="146304" cy="914"/>
          </a:xfrm>
          <a:prstGeom prst="line">
            <a:avLst/>
          </a:prstGeom>
          <a:noFill/>
          <a:ln w="19050">
            <a:solidFill>
              <a:srgbClr val="0066B3"/>
            </a:solidFill>
            <a:prstDash val="solid"/>
            <a:headEnd type="none"/>
            <a:tailEnd type="triangle"/>
          </a:ln>
        </p:spPr>
        <p:txBody>
          <a:bodyPr/>
          <a:lstStyle/>
          <a:p>
            <a:endParaRPr lang="en-US"/>
          </a:p>
        </p:txBody>
      </p:sp>
      <p:sp>
        <p:nvSpPr>
          <p:cNvPr id="13" name="Shape 10"/>
          <p:cNvSpPr/>
          <p:nvPr/>
        </p:nvSpPr>
        <p:spPr>
          <a:xfrm>
            <a:off x="3054096" y="2468880"/>
            <a:ext cx="2029968" cy="1719072"/>
          </a:xfrm>
          <a:prstGeom prst="rect">
            <a:avLst/>
          </a:prstGeom>
          <a:solidFill>
            <a:srgbClr val="F2F5F7"/>
          </a:solidFill>
          <a:ln w="12700">
            <a:solidFill>
              <a:srgbClr val="F2F5F7"/>
            </a:solidFill>
            <a:prstDash val="solid"/>
          </a:ln>
        </p:spPr>
        <p:txBody>
          <a:bodyPr/>
          <a:lstStyle/>
          <a:p>
            <a:endParaRPr lang="en-US"/>
          </a:p>
        </p:txBody>
      </p:sp>
      <p:sp>
        <p:nvSpPr>
          <p:cNvPr id="14" name="Text 11"/>
          <p:cNvSpPr/>
          <p:nvPr/>
        </p:nvSpPr>
        <p:spPr>
          <a:xfrm>
            <a:off x="3163824" y="2715768"/>
            <a:ext cx="1810512" cy="34747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Meanline</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Text 12"/>
          <p:cNvSpPr/>
          <p:nvPr/>
        </p:nvSpPr>
        <p:spPr>
          <a:xfrm>
            <a:off x="3191256" y="3264408"/>
            <a:ext cx="1755648" cy="71323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Size and compare concepts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Shape 13"/>
          <p:cNvSpPr/>
          <p:nvPr/>
        </p:nvSpPr>
        <p:spPr>
          <a:xfrm>
            <a:off x="5102352" y="3218688"/>
            <a:ext cx="146304" cy="914"/>
          </a:xfrm>
          <a:prstGeom prst="line">
            <a:avLst/>
          </a:prstGeom>
          <a:noFill/>
          <a:ln w="19050">
            <a:solidFill>
              <a:srgbClr val="0066B3"/>
            </a:solidFill>
            <a:prstDash val="solid"/>
            <a:headEnd type="none"/>
            <a:tailEnd type="triangle"/>
          </a:ln>
        </p:spPr>
        <p:txBody>
          <a:bodyPr/>
          <a:lstStyle/>
          <a:p>
            <a:endParaRPr lang="en-US"/>
          </a:p>
        </p:txBody>
      </p:sp>
      <p:sp>
        <p:nvSpPr>
          <p:cNvPr id="17" name="Shape 14"/>
          <p:cNvSpPr/>
          <p:nvPr/>
        </p:nvSpPr>
        <p:spPr>
          <a:xfrm>
            <a:off x="5285232" y="2468880"/>
            <a:ext cx="2029968" cy="1719072"/>
          </a:xfrm>
          <a:prstGeom prst="rect">
            <a:avLst/>
          </a:prstGeom>
          <a:solidFill>
            <a:srgbClr val="F2F5F7"/>
          </a:solidFill>
          <a:ln w="12700">
            <a:solidFill>
              <a:srgbClr val="F2F5F7"/>
            </a:solidFill>
            <a:prstDash val="solid"/>
          </a:ln>
        </p:spPr>
        <p:txBody>
          <a:bodyPr/>
          <a:lstStyle/>
          <a:p>
            <a:endParaRPr lang="en-US"/>
          </a:p>
        </p:txBody>
      </p:sp>
      <p:sp>
        <p:nvSpPr>
          <p:cNvPr id="18" name="Text 15"/>
          <p:cNvSpPr/>
          <p:nvPr/>
        </p:nvSpPr>
        <p:spPr>
          <a:xfrm>
            <a:off x="5394960" y="2715768"/>
            <a:ext cx="1810512" cy="34747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MOC / 2D</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Text 16"/>
          <p:cNvSpPr/>
          <p:nvPr/>
        </p:nvSpPr>
        <p:spPr>
          <a:xfrm>
            <a:off x="5422392" y="3264408"/>
            <a:ext cx="1755648" cy="71323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Shape supersonic passages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Shape 17"/>
          <p:cNvSpPr/>
          <p:nvPr/>
        </p:nvSpPr>
        <p:spPr>
          <a:xfrm>
            <a:off x="7333488" y="3218688"/>
            <a:ext cx="146304" cy="914"/>
          </a:xfrm>
          <a:prstGeom prst="line">
            <a:avLst/>
          </a:prstGeom>
          <a:noFill/>
          <a:ln w="19050">
            <a:solidFill>
              <a:srgbClr val="0066B3"/>
            </a:solidFill>
            <a:prstDash val="solid"/>
            <a:headEnd type="none"/>
            <a:tailEnd type="triangle"/>
          </a:ln>
        </p:spPr>
        <p:txBody>
          <a:bodyPr/>
          <a:lstStyle/>
          <a:p>
            <a:endParaRPr lang="en-US"/>
          </a:p>
        </p:txBody>
      </p:sp>
      <p:sp>
        <p:nvSpPr>
          <p:cNvPr id="21" name="Shape 18"/>
          <p:cNvSpPr/>
          <p:nvPr/>
        </p:nvSpPr>
        <p:spPr>
          <a:xfrm>
            <a:off x="7516368" y="2468880"/>
            <a:ext cx="2029968" cy="1719072"/>
          </a:xfrm>
          <a:prstGeom prst="rect">
            <a:avLst/>
          </a:prstGeom>
          <a:solidFill>
            <a:srgbClr val="F2F5F7"/>
          </a:solidFill>
          <a:ln w="12700">
            <a:solidFill>
              <a:srgbClr val="F2F5F7"/>
            </a:solidFill>
            <a:prstDash val="solid"/>
          </a:ln>
        </p:spPr>
        <p:txBody>
          <a:bodyPr/>
          <a:lstStyle/>
          <a:p>
            <a:endParaRPr lang="en-US"/>
          </a:p>
        </p:txBody>
      </p:sp>
      <p:sp>
        <p:nvSpPr>
          <p:cNvPr id="22" name="Text 19"/>
          <p:cNvSpPr/>
          <p:nvPr/>
        </p:nvSpPr>
        <p:spPr>
          <a:xfrm>
            <a:off x="7626096" y="2715768"/>
            <a:ext cx="1810512" cy="34747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CFD</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23" name="Text 20"/>
          <p:cNvSpPr/>
          <p:nvPr/>
        </p:nvSpPr>
        <p:spPr>
          <a:xfrm>
            <a:off x="7653528" y="3264408"/>
            <a:ext cx="1755648" cy="71323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Resolve relevant flow losses</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Shape 21"/>
          <p:cNvSpPr/>
          <p:nvPr/>
        </p:nvSpPr>
        <p:spPr>
          <a:xfrm>
            <a:off x="9564624" y="3218688"/>
            <a:ext cx="146304" cy="914"/>
          </a:xfrm>
          <a:prstGeom prst="line">
            <a:avLst/>
          </a:prstGeom>
          <a:noFill/>
          <a:ln w="19050">
            <a:solidFill>
              <a:srgbClr val="0066B3"/>
            </a:solidFill>
            <a:prstDash val="solid"/>
            <a:headEnd type="none"/>
            <a:tailEnd type="triangle"/>
          </a:ln>
        </p:spPr>
        <p:txBody>
          <a:bodyPr/>
          <a:lstStyle/>
          <a:p>
            <a:endParaRPr lang="en-US"/>
          </a:p>
        </p:txBody>
      </p:sp>
      <p:sp>
        <p:nvSpPr>
          <p:cNvPr id="25" name="Shape 22"/>
          <p:cNvSpPr/>
          <p:nvPr/>
        </p:nvSpPr>
        <p:spPr>
          <a:xfrm>
            <a:off x="9747504" y="2468880"/>
            <a:ext cx="2029968" cy="1719072"/>
          </a:xfrm>
          <a:prstGeom prst="rect">
            <a:avLst/>
          </a:prstGeom>
          <a:solidFill>
            <a:srgbClr val="F2F5F7"/>
          </a:solidFill>
          <a:ln w="12700">
            <a:solidFill>
              <a:srgbClr val="F2F5F7"/>
            </a:solidFill>
            <a:prstDash val="solid"/>
          </a:ln>
        </p:spPr>
        <p:txBody>
          <a:bodyPr/>
          <a:lstStyle/>
          <a:p>
            <a:endParaRPr lang="en-US"/>
          </a:p>
        </p:txBody>
      </p:sp>
      <p:sp>
        <p:nvSpPr>
          <p:cNvPr id="26" name="Text 23"/>
          <p:cNvSpPr/>
          <p:nvPr/>
        </p:nvSpPr>
        <p:spPr>
          <a:xfrm>
            <a:off x="9857232" y="2715768"/>
            <a:ext cx="1810512" cy="34747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Experiment</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Text 24"/>
          <p:cNvSpPr/>
          <p:nvPr/>
        </p:nvSpPr>
        <p:spPr>
          <a:xfrm>
            <a:off x="9884664" y="3264408"/>
            <a:ext cx="1755648" cy="713232"/>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Test the complete hardware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8" name="Text 25"/>
          <p:cNvSpPr/>
          <p:nvPr/>
        </p:nvSpPr>
        <p:spPr>
          <a:xfrm>
            <a:off x="987552" y="5036582"/>
            <a:ext cx="4983480" cy="384721"/>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s-CZ" sz="25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A model </a:t>
            </a:r>
            <a:r>
              <a:rPr kumimoji="0" lang="en-US" sz="2500" b="1" i="0" u="none" strike="noStrike" kern="1200" cap="none" spc="0" normalizeH="0" baseline="0" noProof="0">
                <a:ln>
                  <a:noFill/>
                </a:ln>
                <a:solidFill>
                  <a:srgbClr val="0066B3"/>
                </a:solidFill>
                <a:effectLst/>
                <a:uLnTx/>
                <a:uFillTx/>
                <a:latin typeface="Arial" pitchFamily="34" charset="0"/>
                <a:ea typeface="Arial" pitchFamily="34" charset="-122"/>
                <a:cs typeface="Arial" pitchFamily="34" charset="-120"/>
              </a:rPr>
              <a:t>predicts </a:t>
            </a:r>
            <a:r>
              <a:rPr kumimoji="0" lang="en-US" sz="25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useful trends.</a:t>
            </a:r>
            <a:endParaRPr kumimoji="0" lang="en-US" sz="250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Text 26"/>
          <p:cNvSpPr/>
          <p:nvPr/>
        </p:nvSpPr>
        <p:spPr>
          <a:xfrm>
            <a:off x="6629400" y="4729516"/>
            <a:ext cx="4846320" cy="1061829"/>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It does not certify a nozzle, bearing system, rotor stress limit or </a:t>
            </a:r>
            <a:r>
              <a:rPr kumimoji="0" lang="en-US" sz="23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guaranteed efficiency…</a:t>
            </a:r>
            <a:endParaRPr kumimoji="0" lang="en-US" sz="23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
            <a:extLst>
              <a:ext uri="{FF2B5EF4-FFF2-40B4-BE49-F238E27FC236}">
                <a16:creationId xmlns:a16="http://schemas.microsoft.com/office/drawing/2014/main" id="{AF9BA0AC-504D-4B83-8D43-A85DF81BB81A}"/>
              </a:ext>
            </a:extLst>
          </p:cNvPr>
          <p:cNvSpPr>
            <a:spLocks noGrp="1"/>
          </p:cNvSpPr>
          <p:nvPr>
            <p:ph type="title"/>
          </p:nvPr>
        </p:nvSpPr>
        <p:spPr>
          <a:xfrm>
            <a:off x="367334" y="383806"/>
            <a:ext cx="8992350" cy="1089529"/>
          </a:xfrm>
        </p:spPr>
        <p:txBody>
          <a:bodyPr/>
          <a:lstStyle/>
          <a:p>
            <a:pPr lvl="0" fontAlgn="base"/>
            <a:r>
              <a:rPr lang="cs-CZ" b="1">
                <a:effectLst>
                  <a:glow>
                    <a:srgbClr val="000000"/>
                  </a:glow>
                  <a:outerShdw sx="0" sy="0">
                    <a:srgbClr val="000000"/>
                  </a:outerShdw>
                  <a:reflection stA="0" endPos="0" fadeDir="0" sx="0" sy="0"/>
                </a:effectLst>
              </a:rPr>
              <a:t>One way to reduce Design uncertainty:</a:t>
            </a:r>
            <a:br>
              <a:rPr lang="cs-CZ" b="1">
                <a:effectLst>
                  <a:glow>
                    <a:srgbClr val="000000"/>
                  </a:glow>
                  <a:outerShdw sx="0" sy="0">
                    <a:srgbClr val="000000"/>
                  </a:outerShdw>
                  <a:reflection stA="0" endPos="0" fadeDir="0" sx="0" sy="0"/>
                </a:effectLst>
              </a:rPr>
            </a:br>
            <a:r>
              <a:rPr lang="cs-CZ" b="1">
                <a:effectLst>
                  <a:glow>
                    <a:srgbClr val="000000"/>
                  </a:glow>
                  <a:outerShdw sx="0" sy="0">
                    <a:srgbClr val="000000"/>
                  </a:outerShdw>
                  <a:reflection stA="0" endPos="0" fadeDir="0" sx="0" sy="0"/>
                </a:effectLst>
              </a:rPr>
              <a:t>High fidelity CFD Numerical </a:t>
            </a:r>
            <a:r>
              <a:rPr lang="cs-CZ" b="1" dirty="0" err="1">
                <a:effectLst>
                  <a:glow>
                    <a:srgbClr val="000000"/>
                  </a:glow>
                  <a:outerShdw sx="0" sy="0">
                    <a:srgbClr val="000000"/>
                  </a:outerShdw>
                  <a:reflection stA="0" endPos="0" fadeDir="0" sx="0" sy="0"/>
                </a:effectLst>
              </a:rPr>
              <a:t>simulation</a:t>
            </a:r>
            <a:endParaRPr lang="cs-CZ" b="1" dirty="0">
              <a:effectLst>
                <a:glow>
                  <a:srgbClr val="000000"/>
                </a:glow>
                <a:outerShdw sx="0" sy="0">
                  <a:srgbClr val="000000"/>
                </a:outerShdw>
                <a:reflection stA="0" endPos="0" fadeDir="0" sx="0" sy="0"/>
              </a:effectLst>
            </a:endParaRPr>
          </a:p>
        </p:txBody>
      </p:sp>
      <p:sp>
        <p:nvSpPr>
          <p:cNvPr id="3" name="TextovéPole 2">
            <a:extLst>
              <a:ext uri="{FF2B5EF4-FFF2-40B4-BE49-F238E27FC236}">
                <a16:creationId xmlns:a16="http://schemas.microsoft.com/office/drawing/2014/main" id="{F94CAB87-1749-4470-8DEE-6435F4039F78}"/>
              </a:ext>
            </a:extLst>
          </p:cNvPr>
          <p:cNvSpPr txBox="1"/>
          <p:nvPr/>
        </p:nvSpPr>
        <p:spPr>
          <a:xfrm>
            <a:off x="1222431" y="1975445"/>
            <a:ext cx="5222875" cy="5016758"/>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b="0" i="0" u="none" strike="noStrike" kern="1200" cap="none" spc="0" normalizeH="0" baseline="0" noProof="0">
                <a:ln>
                  <a:noFill/>
                </a:ln>
                <a:solidFill>
                  <a:prstClr val="black"/>
                </a:solidFill>
                <a:effectLst/>
                <a:uLnTx/>
                <a:uFillTx/>
                <a:latin typeface="Technika"/>
                <a:ea typeface="+mn-ea"/>
                <a:cs typeface="+mn-cs"/>
              </a:rPr>
              <a:t>Geometry c</a:t>
            </a:r>
            <a:r>
              <a:rPr kumimoji="0" lang="en-GB" sz="2000" b="0" i="0" u="none" strike="noStrike" kern="1200" cap="none" spc="0" normalizeH="0" baseline="0" noProof="0">
                <a:ln>
                  <a:noFill/>
                </a:ln>
                <a:solidFill>
                  <a:prstClr val="black"/>
                </a:solidFill>
                <a:effectLst/>
                <a:uLnTx/>
                <a:uFillTx/>
                <a:latin typeface="Technika"/>
                <a:ea typeface="+mn-ea"/>
                <a:cs typeface="+mn-cs"/>
              </a:rPr>
              <a:t>onsists of two computational domains S and R</a:t>
            </a:r>
            <a:endParaRPr kumimoji="0" lang="cs-CZ" sz="2000" b="0" i="0" u="none" strike="noStrike" kern="1200" cap="none" spc="0" normalizeH="0" baseline="0" noProof="0">
              <a:ln>
                <a:noFill/>
              </a:ln>
              <a:solidFill>
                <a:prstClr val="black"/>
              </a:solidFill>
              <a:effectLst/>
              <a:uLnTx/>
              <a:uFillTx/>
              <a:latin typeface="Technika"/>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Technika"/>
                <a:ea typeface="+mn-ea"/>
                <a:cs typeface="+mn-cs"/>
              </a:rPr>
              <a:t>Domain S contains 2 stator blade channels </a:t>
            </a:r>
            <a:r>
              <a:rPr kumimoji="0" lang="cs-CZ" sz="2000" b="0" i="0" u="none" strike="noStrike" kern="1200" cap="none" spc="0" normalizeH="0" baseline="0" noProof="0">
                <a:ln>
                  <a:noFill/>
                </a:ln>
                <a:solidFill>
                  <a:prstClr val="black"/>
                </a:solidFill>
                <a:effectLst/>
                <a:uLnTx/>
                <a:uFillTx/>
                <a:latin typeface="Technika"/>
                <a:ea typeface="+mn-ea"/>
                <a:cs typeface="+mn-cs"/>
              </a:rPr>
              <a:t>(Laval nozzles)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Technika"/>
                <a:ea typeface="+mn-ea"/>
                <a:cs typeface="+mn-cs"/>
              </a:rPr>
              <a:t>The rotating domain R contains 7 intermediate blade channels. </a:t>
            </a:r>
            <a:endParaRPr kumimoji="0" lang="cs-CZ" sz="2000" b="0" i="0" u="none" strike="noStrike" kern="1200" cap="none" spc="0" normalizeH="0" baseline="0" noProof="0">
              <a:ln>
                <a:noFill/>
              </a:ln>
              <a:solidFill>
                <a:prstClr val="black"/>
              </a:solidFill>
              <a:effectLst/>
              <a:uLnTx/>
              <a:uFillTx/>
              <a:latin typeface="Technika"/>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a:ln>
                  <a:noFill/>
                </a:ln>
                <a:solidFill>
                  <a:prstClr val="black"/>
                </a:solidFill>
                <a:effectLst/>
                <a:uLnTx/>
                <a:uFillTx/>
                <a:latin typeface="Technika"/>
                <a:ea typeface="+mn-ea"/>
                <a:cs typeface="+mn-cs"/>
              </a:rPr>
              <a:t>Both domains have the same tangential pitch of 2π/5</a:t>
            </a:r>
            <a:endParaRPr kumimoji="0" lang="cs-CZ" sz="2000" b="0" i="0" u="none" strike="noStrike" kern="1200" cap="none" spc="0" normalizeH="0" baseline="0" noProof="0">
              <a:ln>
                <a:noFill/>
              </a:ln>
              <a:solidFill>
                <a:prstClr val="black"/>
              </a:solidFill>
              <a:effectLst/>
              <a:uLnTx/>
              <a:uFillTx/>
              <a:latin typeface="Technika"/>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b="0" i="0" u="none" strike="noStrike" kern="1200" cap="none" spc="0" normalizeH="0" baseline="0" noProof="0">
                <a:ln>
                  <a:noFill/>
                </a:ln>
                <a:solidFill>
                  <a:prstClr val="black"/>
                </a:solidFill>
                <a:effectLst/>
                <a:uLnTx/>
                <a:uFillTx/>
                <a:latin typeface="Technika"/>
                <a:ea typeface="+mn-ea"/>
                <a:cs typeface="+mn-cs"/>
              </a:rPr>
              <a:t>Connected with frozen rotor interface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b="0" i="0" u="none" strike="noStrike" kern="1200" cap="none" spc="0" normalizeH="0" baseline="0" noProof="0">
                <a:ln>
                  <a:noFill/>
                </a:ln>
                <a:solidFill>
                  <a:prstClr val="black"/>
                </a:solidFill>
                <a:effectLst/>
                <a:uLnTx/>
                <a:uFillTx/>
                <a:latin typeface="Technika"/>
                <a:ea typeface="+mn-ea"/>
                <a:cs typeface="+mn-cs"/>
              </a:rPr>
              <a:t>SST k-</a:t>
            </a:r>
            <a:r>
              <a:rPr kumimoji="0" lang="en-GB" sz="2000" b="0" i="0" u="none" strike="noStrike" kern="1200" cap="none" spc="0" normalizeH="0" baseline="0" noProof="0">
                <a:ln>
                  <a:noFill/>
                </a:ln>
                <a:solidFill>
                  <a:prstClr val="black"/>
                </a:solidFill>
                <a:effectLst/>
                <a:uLnTx/>
                <a:uFillTx/>
                <a:latin typeface="Technika"/>
                <a:ea typeface="+mn-ea"/>
                <a:cs typeface="+mn-cs"/>
              </a:rPr>
              <a:t>ω</a:t>
            </a:r>
            <a:r>
              <a:rPr kumimoji="0" lang="cs-CZ" sz="2000" b="0" i="0" u="none" strike="noStrike" kern="1200" cap="none" spc="0" normalizeH="0" baseline="0" noProof="0">
                <a:ln>
                  <a:noFill/>
                </a:ln>
                <a:solidFill>
                  <a:prstClr val="black"/>
                </a:solidFill>
                <a:effectLst/>
                <a:uLnTx/>
                <a:uFillTx/>
                <a:latin typeface="Technika"/>
                <a:ea typeface="+mn-ea"/>
                <a:cs typeface="+mn-cs"/>
              </a:rPr>
              <a:t> turbulence model</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b="0" i="0" u="none" strike="noStrike" kern="1200" cap="none" spc="0" normalizeH="0" baseline="0" noProof="0">
                <a:ln>
                  <a:noFill/>
                </a:ln>
                <a:solidFill>
                  <a:prstClr val="black"/>
                </a:solidFill>
                <a:effectLst/>
                <a:uLnTx/>
                <a:uFillTx/>
                <a:latin typeface="Technika"/>
                <a:ea typeface="+mn-ea"/>
                <a:cs typeface="+mn-cs"/>
              </a:rPr>
              <a:t>Pressure inlet BC with total p and total T given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cs-CZ" sz="2000" b="0" i="0" u="none" strike="noStrike" kern="1200" cap="none" spc="0" normalizeH="0" baseline="0" noProof="0">
                <a:ln>
                  <a:noFill/>
                </a:ln>
                <a:solidFill>
                  <a:prstClr val="black"/>
                </a:solidFill>
                <a:effectLst/>
                <a:uLnTx/>
                <a:uFillTx/>
                <a:latin typeface="Technika"/>
                <a:ea typeface="+mn-ea"/>
                <a:cs typeface="+mn-cs"/>
              </a:rPr>
              <a:t>Pressure outlet BC with static p given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cs-CZ" sz="2000" b="0" i="0" u="none" strike="noStrike" kern="1200" cap="none" spc="0" normalizeH="0" baseline="0" noProof="0" dirty="0">
              <a:ln>
                <a:noFill/>
              </a:ln>
              <a:solidFill>
                <a:prstClr val="black"/>
              </a:solidFill>
              <a:effectLst/>
              <a:uLnTx/>
              <a:uFillTx/>
              <a:latin typeface="Technika"/>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cs-CZ" sz="2000" b="0" i="0" u="none" strike="noStrike" kern="1200" cap="none" spc="0" normalizeH="0" baseline="0" noProof="0" dirty="0">
              <a:ln>
                <a:noFill/>
              </a:ln>
              <a:solidFill>
                <a:prstClr val="black"/>
              </a:solidFill>
              <a:effectLst/>
              <a:uLnTx/>
              <a:uFillTx/>
              <a:latin typeface="Technika"/>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cs-CZ" sz="2000" b="0" i="0" u="none" strike="noStrike" kern="1200" cap="none" spc="0" normalizeH="0" baseline="0" noProof="0" dirty="0">
              <a:ln>
                <a:noFill/>
              </a:ln>
              <a:solidFill>
                <a:prstClr val="black"/>
              </a:solidFill>
              <a:effectLst/>
              <a:uLnTx/>
              <a:uFillTx/>
              <a:latin typeface="Technika"/>
              <a:ea typeface="+mn-ea"/>
              <a:cs typeface="+mn-cs"/>
            </a:endParaRPr>
          </a:p>
        </p:txBody>
      </p:sp>
      <p:pic>
        <p:nvPicPr>
          <p:cNvPr id="2050" name="Obrázek 1" descr="Obsah obrázku text&#10;&#10;Popis byl vytvořen automaticky">
            <a:extLst>
              <a:ext uri="{FF2B5EF4-FFF2-40B4-BE49-F238E27FC236}">
                <a16:creationId xmlns:a16="http://schemas.microsoft.com/office/drawing/2014/main" id="{7E66C5DD-3CEE-468D-B7D0-73A5632B09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8202" t="7013" r="16798" b="8247"/>
          <a:stretch>
            <a:fillRect/>
          </a:stretch>
        </p:blipFill>
        <p:spPr bwMode="auto">
          <a:xfrm>
            <a:off x="6299200" y="1975445"/>
            <a:ext cx="5417391" cy="409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9935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
            <a:extLst>
              <a:ext uri="{FF2B5EF4-FFF2-40B4-BE49-F238E27FC236}">
                <a16:creationId xmlns:a16="http://schemas.microsoft.com/office/drawing/2014/main" id="{AF9BA0AC-504D-4B83-8D43-A85DF81BB81A}"/>
              </a:ext>
            </a:extLst>
          </p:cNvPr>
          <p:cNvSpPr>
            <a:spLocks noGrp="1"/>
          </p:cNvSpPr>
          <p:nvPr>
            <p:ph type="title"/>
          </p:nvPr>
        </p:nvSpPr>
        <p:spPr>
          <a:xfrm>
            <a:off x="602152" y="-2523240"/>
            <a:ext cx="10369550" cy="3840480"/>
          </a:xfrm>
        </p:spPr>
        <p:txBody>
          <a:bodyPr/>
          <a:lstStyle/>
          <a:p>
            <a:pPr lvl="0" fontAlgn="base"/>
            <a:r>
              <a:rPr lang="cs-CZ" b="1">
                <a:effectLst>
                  <a:glow>
                    <a:srgbClr val="000000"/>
                  </a:glow>
                  <a:outerShdw sx="0" sy="0">
                    <a:srgbClr val="000000"/>
                  </a:outerShdw>
                  <a:reflection stA="0" endPos="0" fadeDir="0" sx="0" sy="0"/>
                </a:effectLst>
              </a:rPr>
              <a:t>High fidelity CFD Numerical simulation</a:t>
            </a:r>
            <a:endParaRPr lang="cs-CZ" b="1" dirty="0">
              <a:effectLst>
                <a:glow>
                  <a:srgbClr val="000000"/>
                </a:glow>
                <a:outerShdw sx="0" sy="0">
                  <a:srgbClr val="000000"/>
                </a:outerShdw>
                <a:reflection stA="0" endPos="0" fadeDir="0" sx="0" sy="0"/>
              </a:effectLst>
            </a:endParaRPr>
          </a:p>
        </p:txBody>
      </p:sp>
      <p:pic>
        <p:nvPicPr>
          <p:cNvPr id="4" name="Obrázek 3">
            <a:extLst>
              <a:ext uri="{FF2B5EF4-FFF2-40B4-BE49-F238E27FC236}">
                <a16:creationId xmlns:a16="http://schemas.microsoft.com/office/drawing/2014/main" id="{68351EC8-39F7-4576-B4F6-7E0A6E9EF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5346" y="1557801"/>
            <a:ext cx="7063521" cy="4936132"/>
          </a:xfrm>
          <a:prstGeom prst="rect">
            <a:avLst/>
          </a:prstGeom>
        </p:spPr>
      </p:pic>
    </p:spTree>
    <p:extLst>
      <p:ext uri="{BB962C8B-B14F-4D97-AF65-F5344CB8AC3E}">
        <p14:creationId xmlns:p14="http://schemas.microsoft.com/office/powerpoint/2010/main" val="179652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5B71-CE24-40F5-F496-74E90AC597B2}"/>
            </a:ext>
          </a:extLst>
        </p:cNvPr>
        <p:cNvGrpSpPr/>
        <p:nvPr/>
      </p:nvGrpSpPr>
      <p:grpSpPr>
        <a:xfrm>
          <a:off x="0" y="0"/>
          <a:ext cx="0" cy="0"/>
          <a:chOff x="0" y="0"/>
          <a:chExt cx="0" cy="0"/>
        </a:xfrm>
      </p:grpSpPr>
      <p:pic>
        <p:nvPicPr>
          <p:cNvPr id="2" name="Image 0" descr="/mnt/data/work_slides/template_unzip/ppt/media/image1.jpeg">
            <a:extLst>
              <a:ext uri="{FF2B5EF4-FFF2-40B4-BE49-F238E27FC236}">
                <a16:creationId xmlns:a16="http://schemas.microsoft.com/office/drawing/2014/main" id="{A70D5A5C-AF36-3F29-4C92-327ED52F6B96}"/>
              </a:ext>
            </a:extLst>
          </p:cNvPr>
          <p:cNvPicPr>
            <a:picLocks noChangeAspect="1"/>
          </p:cNvPicPr>
          <p:nvPr/>
        </p:nvPicPr>
        <p:blipFill>
          <a:blip r:embed="rId3"/>
          <a:stretch>
            <a:fillRect/>
          </a:stretch>
        </p:blipFill>
        <p:spPr>
          <a:xfrm>
            <a:off x="292608" y="200958"/>
            <a:ext cx="2240280" cy="677076"/>
          </a:xfrm>
          <a:prstGeom prst="rect">
            <a:avLst/>
          </a:prstGeom>
        </p:spPr>
      </p:pic>
      <p:sp>
        <p:nvSpPr>
          <p:cNvPr id="3" name="Text 0">
            <a:extLst>
              <a:ext uri="{FF2B5EF4-FFF2-40B4-BE49-F238E27FC236}">
                <a16:creationId xmlns:a16="http://schemas.microsoft.com/office/drawing/2014/main" id="{EC0FF877-C619-BFA2-0628-3573193F7EA7}"/>
              </a:ext>
            </a:extLst>
          </p:cNvPr>
          <p:cNvSpPr/>
          <p:nvPr/>
        </p:nvSpPr>
        <p:spPr>
          <a:xfrm>
            <a:off x="9601200" y="237744"/>
            <a:ext cx="2103120" cy="219456"/>
          </a:xfrm>
          <a:prstGeom prst="rect">
            <a:avLst/>
          </a:prstGeom>
          <a:noFill/>
          <a:ln/>
        </p:spPr>
        <p:txBody>
          <a:bodyPr wrap="square" lIns="0" tIns="0" rIns="0" bIns="0" rtlCol="0" anchor="ctr"/>
          <a:lstStyle/>
          <a:p>
            <a:pPr marL="0" indent="0" algn="r">
              <a:buNone/>
            </a:pPr>
            <a:r>
              <a:rPr lang="en-US" sz="1000" b="1" kern="0" spc="120" dirty="0">
                <a:solidFill>
                  <a:srgbClr val="0065BD"/>
                </a:solidFill>
                <a:latin typeface="Arial" pitchFamily="34" charset="0"/>
                <a:ea typeface="Arial" pitchFamily="34" charset="-122"/>
                <a:cs typeface="Arial" pitchFamily="34" charset="-120"/>
              </a:rPr>
              <a:t>BLOCK D</a:t>
            </a:r>
            <a:endParaRPr lang="en-US" sz="1000" dirty="0"/>
          </a:p>
        </p:txBody>
      </p:sp>
      <p:sp>
        <p:nvSpPr>
          <p:cNvPr id="4" name="Text 1">
            <a:extLst>
              <a:ext uri="{FF2B5EF4-FFF2-40B4-BE49-F238E27FC236}">
                <a16:creationId xmlns:a16="http://schemas.microsoft.com/office/drawing/2014/main" id="{672647A9-08EF-D8DA-F1C5-BCE9F7394A9E}"/>
              </a:ext>
            </a:extLst>
          </p:cNvPr>
          <p:cNvSpPr/>
          <p:nvPr/>
        </p:nvSpPr>
        <p:spPr>
          <a:xfrm>
            <a:off x="1371600" y="1170432"/>
            <a:ext cx="10012680" cy="502920"/>
          </a:xfrm>
          <a:prstGeom prst="rect">
            <a:avLst/>
          </a:prstGeom>
          <a:noFill/>
          <a:ln/>
        </p:spPr>
        <p:txBody>
          <a:bodyPr wrap="square" lIns="0" tIns="0" rIns="0" bIns="0" rtlCol="0" anchor="ctr"/>
          <a:lstStyle/>
          <a:p>
            <a:pPr marL="0" indent="0">
              <a:buNone/>
            </a:pPr>
            <a:r>
              <a:rPr lang="cs-CZ" sz="2900">
                <a:solidFill>
                  <a:srgbClr val="000000"/>
                </a:solidFill>
                <a:latin typeface="Arial" pitchFamily="34" charset="0"/>
                <a:ea typeface="Arial" pitchFamily="34" charset="-122"/>
                <a:cs typeface="Arial" pitchFamily="34" charset="-120"/>
              </a:rPr>
              <a:t>Blade-to-blade plane design and notation</a:t>
            </a:r>
            <a:endParaRPr lang="en-US" sz="2900" dirty="0"/>
          </a:p>
        </p:txBody>
      </p:sp>
      <p:pic>
        <p:nvPicPr>
          <p:cNvPr id="27" name="Picture 26">
            <a:extLst>
              <a:ext uri="{FF2B5EF4-FFF2-40B4-BE49-F238E27FC236}">
                <a16:creationId xmlns:a16="http://schemas.microsoft.com/office/drawing/2014/main" id="{52171BFA-EE9B-6470-BB01-45F8E5E504C4}"/>
              </a:ext>
            </a:extLst>
          </p:cNvPr>
          <p:cNvPicPr>
            <a:picLocks noChangeAspect="1"/>
          </p:cNvPicPr>
          <p:nvPr/>
        </p:nvPicPr>
        <p:blipFill>
          <a:blip r:embed="rId4"/>
          <a:stretch>
            <a:fillRect/>
          </a:stretch>
        </p:blipFill>
        <p:spPr>
          <a:xfrm>
            <a:off x="1158405" y="1773175"/>
            <a:ext cx="9258892" cy="4883867"/>
          </a:xfrm>
          <a:prstGeom prst="rect">
            <a:avLst/>
          </a:prstGeom>
        </p:spPr>
      </p:pic>
    </p:spTree>
    <p:extLst>
      <p:ext uri="{BB962C8B-B14F-4D97-AF65-F5344CB8AC3E}">
        <p14:creationId xmlns:p14="http://schemas.microsoft.com/office/powerpoint/2010/main" val="3288894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05D03-0A6F-9DE7-3A4E-461C86E53D7F}"/>
            </a:ext>
          </a:extLst>
        </p:cNvPr>
        <p:cNvGrpSpPr/>
        <p:nvPr/>
      </p:nvGrpSpPr>
      <p:grpSpPr>
        <a:xfrm>
          <a:off x="0" y="0"/>
          <a:ext cx="0" cy="0"/>
          <a:chOff x="0" y="0"/>
          <a:chExt cx="0" cy="0"/>
        </a:xfrm>
      </p:grpSpPr>
      <p:pic>
        <p:nvPicPr>
          <p:cNvPr id="2" name="Image 0" descr="/mnt/data/work_slides/template_unzip/ppt/media/image1.jpeg">
            <a:extLst>
              <a:ext uri="{FF2B5EF4-FFF2-40B4-BE49-F238E27FC236}">
                <a16:creationId xmlns:a16="http://schemas.microsoft.com/office/drawing/2014/main" id="{82B6912F-1493-F034-2906-A7AE0823BCA9}"/>
              </a:ext>
            </a:extLst>
          </p:cNvPr>
          <p:cNvPicPr>
            <a:picLocks noChangeAspect="1"/>
          </p:cNvPicPr>
          <p:nvPr/>
        </p:nvPicPr>
        <p:blipFill>
          <a:blip r:embed="rId3"/>
          <a:stretch>
            <a:fillRect/>
          </a:stretch>
        </p:blipFill>
        <p:spPr>
          <a:xfrm>
            <a:off x="292608" y="200958"/>
            <a:ext cx="2240280" cy="677076"/>
          </a:xfrm>
          <a:prstGeom prst="rect">
            <a:avLst/>
          </a:prstGeom>
        </p:spPr>
      </p:pic>
      <p:sp>
        <p:nvSpPr>
          <p:cNvPr id="3" name="Text 0">
            <a:extLst>
              <a:ext uri="{FF2B5EF4-FFF2-40B4-BE49-F238E27FC236}">
                <a16:creationId xmlns:a16="http://schemas.microsoft.com/office/drawing/2014/main" id="{AC3C672A-6281-1C52-4538-87E647E719B1}"/>
              </a:ext>
            </a:extLst>
          </p:cNvPr>
          <p:cNvSpPr/>
          <p:nvPr/>
        </p:nvSpPr>
        <p:spPr>
          <a:xfrm>
            <a:off x="9601200" y="237744"/>
            <a:ext cx="2103120" cy="219456"/>
          </a:xfrm>
          <a:prstGeom prst="rect">
            <a:avLst/>
          </a:prstGeom>
          <a:noFill/>
          <a:ln/>
        </p:spPr>
        <p:txBody>
          <a:bodyPr wrap="square" lIns="0" tIns="0" rIns="0" bIns="0" rtlCol="0" anchor="ctr"/>
          <a:lstStyle/>
          <a:p>
            <a:pPr marL="0" indent="0" algn="r">
              <a:buNone/>
            </a:pPr>
            <a:r>
              <a:rPr lang="en-US" sz="1000" b="1" kern="0" spc="120" dirty="0">
                <a:solidFill>
                  <a:srgbClr val="0065BD"/>
                </a:solidFill>
                <a:latin typeface="Arial" pitchFamily="34" charset="0"/>
                <a:ea typeface="Arial" pitchFamily="34" charset="-122"/>
                <a:cs typeface="Arial" pitchFamily="34" charset="-120"/>
              </a:rPr>
              <a:t>BLOCK D</a:t>
            </a:r>
            <a:endParaRPr lang="en-US" sz="1000" dirty="0"/>
          </a:p>
        </p:txBody>
      </p:sp>
      <p:pic>
        <p:nvPicPr>
          <p:cNvPr id="26" name="Content Placeholder 8">
            <a:extLst>
              <a:ext uri="{FF2B5EF4-FFF2-40B4-BE49-F238E27FC236}">
                <a16:creationId xmlns:a16="http://schemas.microsoft.com/office/drawing/2014/main" id="{7278A6C0-5302-8423-9FCA-80B29860EE06}"/>
              </a:ext>
            </a:extLst>
          </p:cNvPr>
          <p:cNvPicPr>
            <a:picLocks noChangeAspect="1"/>
          </p:cNvPicPr>
          <p:nvPr/>
        </p:nvPicPr>
        <p:blipFill>
          <a:blip r:embed="rId4"/>
          <a:srcRect/>
          <a:stretch/>
        </p:blipFill>
        <p:spPr>
          <a:xfrm>
            <a:off x="3221694" y="624631"/>
            <a:ext cx="5690699" cy="6233369"/>
          </a:xfrm>
          <a:prstGeom prst="rect">
            <a:avLst/>
          </a:prstGeom>
        </p:spPr>
      </p:pic>
      <p:sp>
        <p:nvSpPr>
          <p:cNvPr id="5" name="Text 1">
            <a:extLst>
              <a:ext uri="{FF2B5EF4-FFF2-40B4-BE49-F238E27FC236}">
                <a16:creationId xmlns:a16="http://schemas.microsoft.com/office/drawing/2014/main" id="{45E4AC49-AD6D-7380-474E-14A1A04042A6}"/>
              </a:ext>
            </a:extLst>
          </p:cNvPr>
          <p:cNvSpPr/>
          <p:nvPr/>
        </p:nvSpPr>
        <p:spPr>
          <a:xfrm>
            <a:off x="2941782" y="200958"/>
            <a:ext cx="10012680" cy="502920"/>
          </a:xfrm>
          <a:prstGeom prst="rect">
            <a:avLst/>
          </a:prstGeom>
          <a:noFill/>
          <a:ln/>
        </p:spPr>
        <p:txBody>
          <a:bodyPr wrap="square" lIns="0" tIns="0" rIns="0" bIns="0" rtlCol="0" anchor="ctr"/>
          <a:lstStyle/>
          <a:p>
            <a:pPr marL="0" indent="0">
              <a:buNone/>
            </a:pPr>
            <a:r>
              <a:rPr lang="cs-CZ" sz="2900">
                <a:solidFill>
                  <a:srgbClr val="000000"/>
                </a:solidFill>
                <a:latin typeface="Arial" pitchFamily="34" charset="0"/>
                <a:ea typeface="Arial" pitchFamily="34" charset="-122"/>
                <a:cs typeface="Arial" pitchFamily="34" charset="-120"/>
              </a:rPr>
              <a:t>Meridional plane design and notation</a:t>
            </a:r>
            <a:endParaRPr lang="en-US" sz="2900" dirty="0"/>
          </a:p>
        </p:txBody>
      </p:sp>
    </p:spTree>
    <p:extLst>
      <p:ext uri="{BB962C8B-B14F-4D97-AF65-F5344CB8AC3E}">
        <p14:creationId xmlns:p14="http://schemas.microsoft.com/office/powerpoint/2010/main" val="1505659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mnt/data/orc_fundamentals_work/assets/uceeb_logo_blue.jpeg"/>
          <p:cNvPicPr>
            <a:picLocks noChangeAspect="1"/>
          </p:cNvPicPr>
          <p:nvPr/>
        </p:nvPicPr>
        <p:blipFill>
          <a:blip r:embed="rId3"/>
          <a:stretch>
            <a:fillRect/>
          </a:stretch>
        </p:blipFill>
        <p:spPr>
          <a:xfrm>
            <a:off x="356616" y="250333"/>
            <a:ext cx="3063240" cy="925798"/>
          </a:xfrm>
          <a:prstGeom prst="rect">
            <a:avLst/>
          </a:prstGeom>
        </p:spPr>
      </p:pic>
      <p:sp>
        <p:nvSpPr>
          <p:cNvPr id="3" name="Text 0"/>
          <p:cNvSpPr/>
          <p:nvPr/>
        </p:nvSpPr>
        <p:spPr>
          <a:xfrm>
            <a:off x="8503920" y="365760"/>
            <a:ext cx="2971800" cy="274320"/>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120" normalizeH="0" baseline="0" noProof="0" dirty="0">
                <a:ln>
                  <a:noFill/>
                </a:ln>
                <a:solidFill>
                  <a:srgbClr val="0066B3"/>
                </a:solidFill>
                <a:effectLst/>
                <a:uLnTx/>
                <a:uFillTx/>
                <a:latin typeface="Arial" pitchFamily="34" charset="0"/>
                <a:ea typeface="Arial" pitchFamily="34" charset="-122"/>
                <a:cs typeface="Arial" pitchFamily="34" charset="-120"/>
              </a:rPr>
              <a:t>BRIDGE TO TESPY</a:t>
            </a:r>
            <a:endParaRPr kumimoji="0" lang="en-US" sz="11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ext 1"/>
          <p:cNvSpPr/>
          <p:nvPr/>
        </p:nvSpPr>
        <p:spPr>
          <a:xfrm>
            <a:off x="1371600" y="1596245"/>
            <a:ext cx="10104120" cy="461665"/>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One turbine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model </a:t>
            </a:r>
            <a:r>
              <a:rPr lang="cs-CZ" sz="3000">
                <a:solidFill>
                  <a:srgbClr val="172938"/>
                </a:solidFill>
                <a:latin typeface="Arial" pitchFamily="34" charset="0"/>
                <a:ea typeface="Arial" pitchFamily="34" charset="-122"/>
                <a:cs typeface="Arial" pitchFamily="34" charset="-120"/>
              </a:rPr>
              <a:t>and</a:t>
            </a:r>
            <a:r>
              <a:rPr kumimoji="0" lang="cs-CZ"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 </a:t>
            </a:r>
            <a:r>
              <a:rPr kumimoji="0" lang="en-US" sz="3000" b="0" i="0" u="none" strike="noStrike" kern="1200" cap="none" spc="0" normalizeH="0" baseline="0" noProof="0">
                <a:ln>
                  <a:noFill/>
                </a:ln>
                <a:solidFill>
                  <a:srgbClr val="172938"/>
                </a:solidFill>
                <a:effectLst/>
                <a:uLnTx/>
                <a:uFillTx/>
                <a:latin typeface="Arial" pitchFamily="34" charset="0"/>
                <a:ea typeface="Arial" pitchFamily="34" charset="-122"/>
                <a:cs typeface="Arial" pitchFamily="34" charset="-120"/>
              </a:rPr>
              <a:t>three </a:t>
            </a:r>
            <a:r>
              <a:rPr kumimoji="0" lang="en-US" sz="30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things to pass to the cycle</a:t>
            </a:r>
            <a:endParaRPr kumimoji="0" lang="en-US" sz="30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 3"/>
          <p:cNvSpPr/>
          <p:nvPr/>
        </p:nvSpPr>
        <p:spPr>
          <a:xfrm>
            <a:off x="393192" y="6519672"/>
            <a:ext cx="530352" cy="164592"/>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F37</a:t>
            </a:r>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Text 5"/>
          <p:cNvSpPr/>
          <p:nvPr/>
        </p:nvSpPr>
        <p:spPr>
          <a:xfrm>
            <a:off x="9509760" y="6510528"/>
            <a:ext cx="1920240" cy="164592"/>
          </a:xfrm>
          <a:prstGeom prst="rect">
            <a:avLst/>
          </a:prstGeom>
          <a:noFill/>
          <a:ln/>
        </p:spPr>
        <p:txBody>
          <a:bodyPr wrap="square" lIns="0" tIns="0" rIns="0" bIns="0"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76A79"/>
                </a:solidFill>
                <a:effectLst/>
                <a:uLnTx/>
                <a:uFillTx/>
                <a:latin typeface="Arial" pitchFamily="34" charset="0"/>
                <a:ea typeface="Arial" pitchFamily="34" charset="-122"/>
                <a:cs typeface="Arial" pitchFamily="34" charset="-120"/>
              </a:rPr>
              <a:t>KCORC 2026  |  CTU UCEEB</a:t>
            </a:r>
            <a:endParaRPr kumimoji="0" lang="en-US" sz="9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Shape 6"/>
          <p:cNvSpPr/>
          <p:nvPr/>
        </p:nvSpPr>
        <p:spPr>
          <a:xfrm>
            <a:off x="886968" y="2478024"/>
            <a:ext cx="10387584" cy="877824"/>
          </a:xfrm>
          <a:prstGeom prst="rect">
            <a:avLst/>
          </a:prstGeom>
          <a:solidFill>
            <a:srgbClr val="EAF3F9"/>
          </a:solidFill>
          <a:ln w="12700">
            <a:solidFill>
              <a:srgbClr val="EAF3F9"/>
            </a:solidFill>
            <a:prstDash val="solid"/>
          </a:ln>
        </p:spPr>
        <p:txBody>
          <a:bodyPr/>
          <a:lstStyle/>
          <a:p>
            <a:endParaRPr lang="en-US"/>
          </a:p>
        </p:txBody>
      </p:sp>
      <p:sp>
        <p:nvSpPr>
          <p:cNvPr id="10" name="Text 7"/>
          <p:cNvSpPr/>
          <p:nvPr/>
        </p:nvSpPr>
        <p:spPr>
          <a:xfrm>
            <a:off x="1033272" y="2651760"/>
            <a:ext cx="2276856" cy="38404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Efficiency</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1024" y="2636685"/>
            <a:ext cx="2907792" cy="523926"/>
          </a:xfrm>
          <a:prstGeom prst="rect">
            <a:avLst/>
          </a:prstGeom>
        </p:spPr>
      </p:pic>
      <p:sp>
        <p:nvSpPr>
          <p:cNvPr id="12" name="Text 8"/>
          <p:cNvSpPr/>
          <p:nvPr/>
        </p:nvSpPr>
        <p:spPr>
          <a:xfrm>
            <a:off x="6912864" y="2633472"/>
            <a:ext cx="4142232" cy="5486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A reduced curve along an assumed optimal-speed line.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Shape 9"/>
          <p:cNvSpPr/>
          <p:nvPr/>
        </p:nvSpPr>
        <p:spPr>
          <a:xfrm>
            <a:off x="886968" y="3483864"/>
            <a:ext cx="10387584" cy="877824"/>
          </a:xfrm>
          <a:prstGeom prst="rect">
            <a:avLst/>
          </a:prstGeom>
          <a:solidFill>
            <a:srgbClr val="F2F5F7"/>
          </a:solidFill>
          <a:ln w="12700">
            <a:solidFill>
              <a:srgbClr val="F2F5F7"/>
            </a:solidFill>
            <a:prstDash val="solid"/>
          </a:ln>
        </p:spPr>
        <p:txBody>
          <a:bodyPr/>
          <a:lstStyle/>
          <a:p>
            <a:endParaRPr lang="en-US"/>
          </a:p>
        </p:txBody>
      </p:sp>
      <p:sp>
        <p:nvSpPr>
          <p:cNvPr id="14" name="Text 10"/>
          <p:cNvSpPr/>
          <p:nvPr/>
        </p:nvSpPr>
        <p:spPr>
          <a:xfrm>
            <a:off x="1033272" y="3657600"/>
            <a:ext cx="2276856" cy="38404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Mass-flow capacity</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21024" y="3683496"/>
            <a:ext cx="2907792" cy="441984"/>
          </a:xfrm>
          <a:prstGeom prst="rect">
            <a:avLst/>
          </a:prstGeom>
        </p:spPr>
      </p:pic>
      <p:sp>
        <p:nvSpPr>
          <p:cNvPr id="16" name="Text 11"/>
          <p:cNvSpPr/>
          <p:nvPr/>
        </p:nvSpPr>
        <p:spPr>
          <a:xfrm>
            <a:off x="6912864" y="3639312"/>
            <a:ext cx="4142232" cy="5486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Evaluate from the current turbine inlet total state.</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Shape 12"/>
          <p:cNvSpPr/>
          <p:nvPr/>
        </p:nvSpPr>
        <p:spPr>
          <a:xfrm>
            <a:off x="886968" y="4489704"/>
            <a:ext cx="10387584" cy="877824"/>
          </a:xfrm>
          <a:prstGeom prst="rect">
            <a:avLst/>
          </a:prstGeom>
          <a:solidFill>
            <a:srgbClr val="EAF3F9"/>
          </a:solidFill>
          <a:ln w="12700">
            <a:solidFill>
              <a:srgbClr val="EAF3F9"/>
            </a:solidFill>
            <a:prstDash val="solid"/>
          </a:ln>
        </p:spPr>
        <p:txBody>
          <a:bodyPr/>
          <a:lstStyle/>
          <a:p>
            <a:endParaRPr lang="en-US"/>
          </a:p>
        </p:txBody>
      </p:sp>
      <p:sp>
        <p:nvSpPr>
          <p:cNvPr id="18" name="Text 13"/>
          <p:cNvSpPr/>
          <p:nvPr/>
        </p:nvSpPr>
        <p:spPr>
          <a:xfrm>
            <a:off x="1033272" y="4663440"/>
            <a:ext cx="2276856" cy="384048"/>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66B3"/>
                </a:solidFill>
                <a:effectLst/>
                <a:uLnTx/>
                <a:uFillTx/>
                <a:latin typeface="Arial" pitchFamily="34" charset="0"/>
                <a:ea typeface="Arial" pitchFamily="34" charset="-122"/>
                <a:cs typeface="Arial" pitchFamily="34" charset="-120"/>
              </a:rPr>
              <a:t>Speed information</a:t>
            </a:r>
            <a:endParaRPr kumimoji="0" lang="en-US" sz="2100" b="0" i="0" u="none" strike="noStrike" kern="1200" cap="none" spc="0" normalizeH="0" baseline="0" noProof="0" dirty="0">
              <a:ln>
                <a:noFill/>
              </a:ln>
              <a:solidFill>
                <a:prstClr val="black"/>
              </a:solidFill>
              <a:effectLst/>
              <a:uLnTx/>
              <a:uFillTx/>
              <a:latin typeface="Arial"/>
              <a:ea typeface="+mn-ea"/>
              <a:cs typeface="+mn-cs"/>
            </a:endParaRPr>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21024" y="4613615"/>
            <a:ext cx="2907792" cy="593427"/>
          </a:xfrm>
          <a:prstGeom prst="rect">
            <a:avLst/>
          </a:prstGeom>
        </p:spPr>
      </p:pic>
      <p:sp>
        <p:nvSpPr>
          <p:cNvPr id="20" name="Text 14"/>
          <p:cNvSpPr/>
          <p:nvPr/>
        </p:nvSpPr>
        <p:spPr>
          <a:xfrm>
            <a:off x="6912864" y="4645152"/>
            <a:ext cx="4142232" cy="548640"/>
          </a:xfrm>
          <a:prstGeom prst="rect">
            <a:avLst/>
          </a:prstGeom>
          <a:noFill/>
          <a:ln/>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72938"/>
                </a:solidFill>
                <a:effectLst/>
                <a:uLnTx/>
                <a:uFillTx/>
                <a:latin typeface="Arial" pitchFamily="34" charset="0"/>
                <a:ea typeface="Arial" pitchFamily="34" charset="-122"/>
                <a:cs typeface="Arial" pitchFamily="34" charset="-120"/>
              </a:rPr>
              <a:t>Report the associated rpm; do not solve it as a cycle input.</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1_2.jpg"/>
          <p:cNvPicPr>
            <a:picLocks noChangeAspect="1"/>
          </p:cNvPicPr>
          <p:nvPr/>
        </p:nvPicPr>
        <p:blipFill>
          <a:blip r:embed="rId3"/>
          <a:stretch>
            <a:fillRect/>
          </a:stretch>
        </p:blipFill>
        <p:spPr>
          <a:xfrm>
            <a:off x="0" y="0"/>
            <a:ext cx="12192000" cy="6858000"/>
          </a:xfrm>
          <a:prstGeom prst="rect">
            <a:avLst/>
          </a:prstGeom>
        </p:spPr>
      </p:pic>
      <p:pic>
        <p:nvPicPr>
          <p:cNvPr id="3" name="Image 1" descr="/mnt/data/notebook_slides_work/assets/base_slide1_3.png"/>
          <p:cNvPicPr>
            <a:picLocks noChangeAspect="1"/>
          </p:cNvPicPr>
          <p:nvPr/>
        </p:nvPicPr>
        <p:blipFill>
          <a:blip r:embed="rId4"/>
          <a:stretch>
            <a:fillRect/>
          </a:stretch>
        </p:blipFill>
        <p:spPr>
          <a:xfrm>
            <a:off x="347472" y="257145"/>
            <a:ext cx="3063240" cy="1003614"/>
          </a:xfrm>
          <a:prstGeom prst="rect">
            <a:avLst/>
          </a:prstGeom>
        </p:spPr>
      </p:pic>
      <p:sp>
        <p:nvSpPr>
          <p:cNvPr id="4" name="Text 0"/>
          <p:cNvSpPr/>
          <p:nvPr/>
        </p:nvSpPr>
        <p:spPr>
          <a:xfrm>
            <a:off x="1298448" y="1828800"/>
            <a:ext cx="9875520" cy="749808"/>
          </a:xfrm>
          <a:prstGeom prst="rect">
            <a:avLst/>
          </a:prstGeom>
          <a:noFill/>
          <a:ln/>
        </p:spPr>
        <p:txBody>
          <a:bodyPr wrap="square" lIns="0" tIns="0" rIns="0" bIns="0" rtlCol="0" anchor="ctr"/>
          <a:lstStyle/>
          <a:p>
            <a:pPr marL="0" indent="0">
              <a:buNone/>
            </a:pPr>
            <a:r>
              <a:rPr lang="en-US" sz="4300" b="1" dirty="0">
                <a:solidFill>
                  <a:srgbClr val="FFFFFF"/>
                </a:solidFill>
                <a:latin typeface="Arial" pitchFamily="34" charset="0"/>
                <a:ea typeface="Arial" pitchFamily="34" charset="-122"/>
                <a:cs typeface="Arial" pitchFamily="34" charset="-120"/>
              </a:rPr>
              <a:t>ORC turbine design</a:t>
            </a:r>
            <a:endParaRPr lang="en-US" sz="4300" dirty="0"/>
          </a:p>
        </p:txBody>
      </p:sp>
      <p:sp>
        <p:nvSpPr>
          <p:cNvPr id="5" name="Text 1"/>
          <p:cNvSpPr/>
          <p:nvPr/>
        </p:nvSpPr>
        <p:spPr>
          <a:xfrm>
            <a:off x="1298448" y="3181120"/>
            <a:ext cx="9738360" cy="585216"/>
          </a:xfrm>
          <a:prstGeom prst="rect">
            <a:avLst/>
          </a:prstGeom>
          <a:noFill/>
          <a:ln/>
        </p:spPr>
        <p:txBody>
          <a:bodyPr wrap="square" lIns="0" tIns="0" rIns="0" bIns="0" rtlCol="0" anchor="ctr"/>
          <a:lstStyle/>
          <a:p>
            <a:pPr marL="0" indent="0">
              <a:buNone/>
            </a:pPr>
            <a:endParaRPr lang="en-US" sz="2900" dirty="0"/>
          </a:p>
        </p:txBody>
      </p:sp>
      <p:sp>
        <p:nvSpPr>
          <p:cNvPr id="11" name="TextBox 10">
            <a:extLst>
              <a:ext uri="{FF2B5EF4-FFF2-40B4-BE49-F238E27FC236}">
                <a16:creationId xmlns:a16="http://schemas.microsoft.com/office/drawing/2014/main" id="{D7EF99F4-C5BC-D93B-A652-C24DE9A3AD43}"/>
              </a:ext>
            </a:extLst>
          </p:cNvPr>
          <p:cNvSpPr txBox="1"/>
          <p:nvPr/>
        </p:nvSpPr>
        <p:spPr>
          <a:xfrm>
            <a:off x="1155192" y="2552958"/>
            <a:ext cx="8164068" cy="3416320"/>
          </a:xfrm>
          <a:prstGeom prst="rect">
            <a:avLst/>
          </a:prstGeom>
          <a:noFill/>
        </p:spPr>
        <p:txBody>
          <a:bodyPr wrap="square">
            <a:spAutoFit/>
          </a:bodyPr>
          <a:lstStyle/>
          <a:p>
            <a:pPr marL="342900" indent="-342900">
              <a:buFont typeface="+mj-lt"/>
              <a:buAutoNum type="arabicPeriod"/>
            </a:pPr>
            <a:endParaRPr lang="cs-CZ" sz="2400">
              <a:solidFill>
                <a:schemeClr val="bg1"/>
              </a:solidFill>
            </a:endParaRPr>
          </a:p>
          <a:p>
            <a:pPr marL="342900" indent="-342900">
              <a:buFont typeface="+mj-lt"/>
              <a:buAutoNum type="arabicPeriod"/>
            </a:pPr>
            <a:r>
              <a:rPr lang="cs-CZ" sz="2400">
                <a:solidFill>
                  <a:schemeClr val="bg1"/>
                </a:solidFill>
              </a:rPr>
              <a:t>Download KCORC_summer_school.zip</a:t>
            </a:r>
          </a:p>
          <a:p>
            <a:pPr marL="342900" indent="-342900">
              <a:buFont typeface="+mj-lt"/>
              <a:buAutoNum type="arabicPeriod"/>
            </a:pPr>
            <a:r>
              <a:rPr lang="en-US" sz="2400">
                <a:solidFill>
                  <a:schemeClr val="bg1"/>
                </a:solidFill>
              </a:rPr>
              <a:t>Extract KCORC_summer_school.zip </a:t>
            </a:r>
            <a:endParaRPr lang="cs-CZ" sz="2400">
              <a:solidFill>
                <a:schemeClr val="bg1"/>
              </a:solidFill>
            </a:endParaRPr>
          </a:p>
          <a:p>
            <a:pPr marL="342900" indent="-342900">
              <a:buFont typeface="+mj-lt"/>
              <a:buAutoNum type="arabicPeriod"/>
            </a:pPr>
            <a:r>
              <a:rPr lang="en-US" sz="2400">
                <a:solidFill>
                  <a:schemeClr val="bg1"/>
                </a:solidFill>
              </a:rPr>
              <a:t>Double-click START_KCORC.bat </a:t>
            </a:r>
            <a:endParaRPr lang="cs-CZ" sz="2400">
              <a:solidFill>
                <a:schemeClr val="bg1"/>
              </a:solidFill>
            </a:endParaRPr>
          </a:p>
          <a:p>
            <a:pPr marL="342900" indent="-342900">
              <a:buFont typeface="+mj-lt"/>
              <a:buAutoNum type="arabicPeriod"/>
            </a:pPr>
            <a:r>
              <a:rPr lang="en-US" sz="2400">
                <a:solidFill>
                  <a:schemeClr val="bg1"/>
                </a:solidFill>
              </a:rPr>
              <a:t>Wait until JupyterLab opens </a:t>
            </a:r>
            <a:r>
              <a:rPr lang="cs-CZ" sz="2400">
                <a:solidFill>
                  <a:schemeClr val="bg1"/>
                </a:solidFill>
              </a:rPr>
              <a:t>in your browser</a:t>
            </a:r>
          </a:p>
          <a:p>
            <a:pPr marL="342900" indent="-342900">
              <a:buFont typeface="+mj-lt"/>
              <a:buAutoNum type="arabicPeriod"/>
            </a:pPr>
            <a:r>
              <a:rPr lang="cs-CZ" sz="2400">
                <a:solidFill>
                  <a:schemeClr val="bg1"/>
                </a:solidFill>
              </a:rPr>
              <a:t>O</a:t>
            </a:r>
            <a:r>
              <a:rPr lang="en-US" sz="2400">
                <a:solidFill>
                  <a:schemeClr val="bg1"/>
                </a:solidFill>
              </a:rPr>
              <a:t>pen:</a:t>
            </a:r>
            <a:r>
              <a:rPr lang="cs-CZ" sz="2400">
                <a:solidFill>
                  <a:schemeClr val="bg1"/>
                </a:solidFill>
              </a:rPr>
              <a:t> </a:t>
            </a:r>
            <a:r>
              <a:rPr lang="en-US" sz="2400">
                <a:solidFill>
                  <a:schemeClr val="bg1"/>
                </a:solidFill>
              </a:rPr>
              <a:t>ORC_turbo_design</a:t>
            </a:r>
            <a:r>
              <a:rPr lang="cs-CZ" sz="2400">
                <a:solidFill>
                  <a:schemeClr val="bg1"/>
                </a:solidFill>
              </a:rPr>
              <a:t>/</a:t>
            </a:r>
            <a:r>
              <a:rPr lang="en-US" sz="2400">
                <a:solidFill>
                  <a:schemeClr val="bg1"/>
                </a:solidFill>
              </a:rPr>
              <a:t>01_supersonic_orc_turbine_</a:t>
            </a:r>
            <a:r>
              <a:rPr lang="cs-CZ" sz="2400">
                <a:solidFill>
                  <a:schemeClr val="bg1"/>
                </a:solidFill>
              </a:rPr>
              <a:t>completed</a:t>
            </a:r>
            <a:r>
              <a:rPr lang="en-US" sz="2400">
                <a:solidFill>
                  <a:schemeClr val="bg1"/>
                </a:solidFill>
              </a:rPr>
              <a:t>.ipynb </a:t>
            </a:r>
            <a:endParaRPr lang="cs-CZ" sz="2400">
              <a:solidFill>
                <a:schemeClr val="bg1"/>
              </a:solidFill>
            </a:endParaRPr>
          </a:p>
          <a:p>
            <a:pPr marL="342900" indent="-342900">
              <a:buFont typeface="+mj-lt"/>
              <a:buAutoNum type="arabicPeriod"/>
            </a:pPr>
            <a:r>
              <a:rPr lang="en-US" sz="2400">
                <a:solidFill>
                  <a:schemeClr val="bg1"/>
                </a:solidFill>
              </a:rPr>
              <a:t>Run cells with Shift + Enter</a:t>
            </a:r>
          </a:p>
        </p:txBody>
      </p:sp>
      <p:sp>
        <p:nvSpPr>
          <p:cNvPr id="13" name="TextBox 12">
            <a:extLst>
              <a:ext uri="{FF2B5EF4-FFF2-40B4-BE49-F238E27FC236}">
                <a16:creationId xmlns:a16="http://schemas.microsoft.com/office/drawing/2014/main" id="{6C467D82-7558-4261-F2D5-74B2ECAC65C0}"/>
              </a:ext>
            </a:extLst>
          </p:cNvPr>
          <p:cNvSpPr txBox="1"/>
          <p:nvPr/>
        </p:nvSpPr>
        <p:spPr>
          <a:xfrm>
            <a:off x="6781800" y="590672"/>
            <a:ext cx="6096000" cy="954107"/>
          </a:xfrm>
          <a:prstGeom prst="rect">
            <a:avLst/>
          </a:prstGeom>
          <a:noFill/>
        </p:spPr>
        <p:txBody>
          <a:bodyPr wrap="square">
            <a:spAutoFit/>
          </a:bodyPr>
          <a:lstStyle/>
          <a:p>
            <a:r>
              <a:rPr lang="en-US" sz="2800" b="1">
                <a:solidFill>
                  <a:srgbClr val="00B050"/>
                </a:solidFill>
              </a:rPr>
              <a:t>No Python installation or IDE setup is required.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START HERE</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RUN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Open the guided notebook and run the first cells</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J04</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Text 8"/>
          <p:cNvSpPr/>
          <p:nvPr/>
        </p:nvSpPr>
        <p:spPr>
          <a:xfrm>
            <a:off x="932688" y="2203704"/>
            <a:ext cx="5303520" cy="274320"/>
          </a:xfrm>
          <a:prstGeom prst="rect">
            <a:avLst/>
          </a:prstGeom>
          <a:noFill/>
          <a:ln/>
        </p:spPr>
        <p:txBody>
          <a:bodyPr wrap="square" lIns="0" tIns="0" rIns="0" bIns="0" rtlCol="0" anchor="ctr"/>
          <a:lstStyle/>
          <a:p>
            <a:pPr marL="0" indent="0">
              <a:buNone/>
            </a:pPr>
            <a:r>
              <a:rPr lang="en-US" sz="1300" b="1" kern="0" spc="30" dirty="0">
                <a:solidFill>
                  <a:srgbClr val="0066B3"/>
                </a:solidFill>
                <a:latin typeface="Arial" pitchFamily="34" charset="0"/>
                <a:ea typeface="Arial" pitchFamily="34" charset="-122"/>
                <a:cs typeface="Arial" pitchFamily="34" charset="-120"/>
              </a:rPr>
              <a:t>IN THE FILE BROWSER</a:t>
            </a:r>
            <a:endParaRPr lang="en-US" sz="1300" dirty="0"/>
          </a:p>
        </p:txBody>
      </p:sp>
      <p:sp>
        <p:nvSpPr>
          <p:cNvPr id="13" name="Shape 9"/>
          <p:cNvSpPr/>
          <p:nvPr/>
        </p:nvSpPr>
        <p:spPr>
          <a:xfrm>
            <a:off x="923544" y="2651760"/>
            <a:ext cx="5715000" cy="1078992"/>
          </a:xfrm>
          <a:prstGeom prst="rect">
            <a:avLst/>
          </a:prstGeom>
          <a:solidFill>
            <a:srgbClr val="F2F5F7"/>
          </a:solidFill>
          <a:ln w="12700">
            <a:solidFill>
              <a:srgbClr val="F2F5F7">
                <a:alpha val="0"/>
              </a:srgbClr>
            </a:solidFill>
            <a:prstDash val="solid"/>
          </a:ln>
        </p:spPr>
        <p:txBody>
          <a:bodyPr/>
          <a:lstStyle/>
          <a:p>
            <a:endParaRPr lang="en-US"/>
          </a:p>
        </p:txBody>
      </p:sp>
      <p:sp>
        <p:nvSpPr>
          <p:cNvPr id="14" name="Text 10"/>
          <p:cNvSpPr/>
          <p:nvPr/>
        </p:nvSpPr>
        <p:spPr>
          <a:xfrm>
            <a:off x="1106424" y="2807208"/>
            <a:ext cx="5349240" cy="768096"/>
          </a:xfrm>
          <a:prstGeom prst="rect">
            <a:avLst/>
          </a:prstGeom>
          <a:noFill/>
          <a:ln/>
        </p:spPr>
        <p:txBody>
          <a:bodyPr wrap="square" lIns="0" tIns="0" rIns="0" bIns="0" rtlCol="0" anchor="t"/>
          <a:lstStyle/>
          <a:p>
            <a:pPr marL="0" indent="0">
              <a:buNone/>
            </a:pPr>
            <a:r>
              <a:rPr lang="en-US" sz="2100" dirty="0">
                <a:solidFill>
                  <a:srgbClr val="003B66"/>
                </a:solidFill>
                <a:latin typeface="Courier New" pitchFamily="34" charset="0"/>
                <a:ea typeface="Courier New" pitchFamily="34" charset="-122"/>
                <a:cs typeface="Courier New" pitchFamily="34" charset="-120"/>
              </a:rPr>
              <a:t>01_supersonic_orc_turbine_</a:t>
            </a:r>
            <a:endParaRPr lang="en-US" sz="2100" dirty="0"/>
          </a:p>
          <a:p>
            <a:pPr marL="0" indent="0">
              <a:buNone/>
            </a:pPr>
            <a:r>
              <a:rPr lang="cs-CZ" sz="2100">
                <a:solidFill>
                  <a:srgbClr val="003B66"/>
                </a:solidFill>
                <a:latin typeface="Courier New" pitchFamily="34" charset="0"/>
                <a:ea typeface="Courier New" pitchFamily="34" charset="-122"/>
                <a:cs typeface="Courier New" pitchFamily="34" charset="-120"/>
              </a:rPr>
              <a:t>completed</a:t>
            </a:r>
            <a:r>
              <a:rPr lang="en-US" sz="2100">
                <a:solidFill>
                  <a:srgbClr val="003B66"/>
                </a:solidFill>
                <a:latin typeface="Courier New" pitchFamily="34" charset="0"/>
                <a:ea typeface="Courier New" pitchFamily="34" charset="-122"/>
                <a:cs typeface="Courier New" pitchFamily="34" charset="-120"/>
              </a:rPr>
              <a:t>.</a:t>
            </a:r>
            <a:r>
              <a:rPr lang="en-US" sz="2100" dirty="0">
                <a:solidFill>
                  <a:srgbClr val="003B66"/>
                </a:solidFill>
                <a:latin typeface="Courier New" pitchFamily="34" charset="0"/>
                <a:ea typeface="Courier New" pitchFamily="34" charset="-122"/>
                <a:cs typeface="Courier New" pitchFamily="34" charset="-120"/>
              </a:rPr>
              <a:t>ipynb</a:t>
            </a:r>
            <a:endParaRPr lang="en-US" sz="2100" dirty="0"/>
          </a:p>
        </p:txBody>
      </p:sp>
      <p:sp>
        <p:nvSpPr>
          <p:cNvPr id="15" name="Shape 11"/>
          <p:cNvSpPr/>
          <p:nvPr/>
        </p:nvSpPr>
        <p:spPr>
          <a:xfrm>
            <a:off x="923544" y="3968496"/>
            <a:ext cx="5715000" cy="1097280"/>
          </a:xfrm>
          <a:prstGeom prst="rect">
            <a:avLst/>
          </a:prstGeom>
          <a:solidFill>
            <a:srgbClr val="F2F5F7"/>
          </a:solidFill>
          <a:ln w="12700">
            <a:solidFill>
              <a:srgbClr val="F2F5F7">
                <a:alpha val="0"/>
              </a:srgbClr>
            </a:solidFill>
            <a:prstDash val="solid"/>
          </a:ln>
        </p:spPr>
        <p:txBody>
          <a:bodyPr/>
          <a:lstStyle/>
          <a:p>
            <a:endParaRPr lang="en-US"/>
          </a:p>
        </p:txBody>
      </p:sp>
      <p:sp>
        <p:nvSpPr>
          <p:cNvPr id="16" name="Text 12"/>
          <p:cNvSpPr/>
          <p:nvPr/>
        </p:nvSpPr>
        <p:spPr>
          <a:xfrm>
            <a:off x="1106424" y="4123944"/>
            <a:ext cx="5349240" cy="786384"/>
          </a:xfrm>
          <a:prstGeom prst="rect">
            <a:avLst/>
          </a:prstGeom>
          <a:noFill/>
          <a:ln/>
        </p:spPr>
        <p:txBody>
          <a:bodyPr wrap="square" lIns="0" tIns="0" rIns="0" bIns="0" rtlCol="0" anchor="t"/>
          <a:lstStyle/>
          <a:p>
            <a:pPr marL="0" indent="0">
              <a:buNone/>
            </a:pPr>
            <a:r>
              <a:rPr lang="en-US" sz="1900" dirty="0">
                <a:solidFill>
                  <a:srgbClr val="003B66"/>
                </a:solidFill>
                <a:latin typeface="Courier New" pitchFamily="34" charset="0"/>
                <a:ea typeface="Courier New" pitchFamily="34" charset="-122"/>
                <a:cs typeface="Courier New" pitchFamily="34" charset="-120"/>
              </a:rPr>
              <a:t>default_inputs = DesignInputs(...)</a:t>
            </a:r>
            <a:endParaRPr lang="en-US" sz="1900" dirty="0"/>
          </a:p>
          <a:p>
            <a:pPr marL="0" indent="0">
              <a:buNone/>
            </a:pPr>
            <a:r>
              <a:rPr lang="en-US" sz="1900" dirty="0">
                <a:solidFill>
                  <a:srgbClr val="003B66"/>
                </a:solidFill>
                <a:latin typeface="Courier New" pitchFamily="34" charset="0"/>
                <a:ea typeface="Courier New" pitchFamily="34" charset="-122"/>
                <a:cs typeface="Courier New" pitchFamily="34" charset="-120"/>
              </a:rPr>
              <a:t>design_explorer(default_inputs)</a:t>
            </a:r>
            <a:endParaRPr lang="en-US" sz="1900" dirty="0"/>
          </a:p>
        </p:txBody>
      </p:sp>
      <p:sp>
        <p:nvSpPr>
          <p:cNvPr id="17" name="Shape 13"/>
          <p:cNvSpPr/>
          <p:nvPr/>
        </p:nvSpPr>
        <p:spPr>
          <a:xfrm>
            <a:off x="7068312" y="2231136"/>
            <a:ext cx="4279392" cy="2871216"/>
          </a:xfrm>
          <a:prstGeom prst="rect">
            <a:avLst/>
          </a:prstGeom>
          <a:solidFill>
            <a:srgbClr val="F2F5F7"/>
          </a:solidFill>
          <a:ln w="12700">
            <a:solidFill>
              <a:srgbClr val="F2F5F7">
                <a:alpha val="0"/>
              </a:srgbClr>
            </a:solidFill>
            <a:prstDash val="solid"/>
          </a:ln>
        </p:spPr>
        <p:txBody>
          <a:bodyPr/>
          <a:lstStyle/>
          <a:p>
            <a:endParaRPr lang="en-US"/>
          </a:p>
        </p:txBody>
      </p:sp>
      <p:sp>
        <p:nvSpPr>
          <p:cNvPr id="18" name="Shape 14"/>
          <p:cNvSpPr/>
          <p:nvPr/>
        </p:nvSpPr>
        <p:spPr>
          <a:xfrm>
            <a:off x="7068312" y="2231136"/>
            <a:ext cx="32004" cy="2871216"/>
          </a:xfrm>
          <a:prstGeom prst="rect">
            <a:avLst/>
          </a:prstGeom>
          <a:solidFill>
            <a:srgbClr val="168A91"/>
          </a:solidFill>
          <a:ln w="12700">
            <a:solidFill>
              <a:srgbClr val="168A91">
                <a:alpha val="0"/>
              </a:srgbClr>
            </a:solidFill>
            <a:prstDash val="solid"/>
          </a:ln>
        </p:spPr>
        <p:txBody>
          <a:bodyPr/>
          <a:lstStyle/>
          <a:p>
            <a:endParaRPr lang="en-US"/>
          </a:p>
        </p:txBody>
      </p:sp>
      <p:sp>
        <p:nvSpPr>
          <p:cNvPr id="19" name="Text 15"/>
          <p:cNvSpPr/>
          <p:nvPr/>
        </p:nvSpPr>
        <p:spPr>
          <a:xfrm>
            <a:off x="7232904" y="2386584"/>
            <a:ext cx="3950208"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Before changing anything</a:t>
            </a:r>
            <a:endParaRPr lang="en-US" sz="2200" dirty="0"/>
          </a:p>
        </p:txBody>
      </p:sp>
      <p:sp>
        <p:nvSpPr>
          <p:cNvPr id="20" name="Text 16"/>
          <p:cNvSpPr/>
          <p:nvPr/>
        </p:nvSpPr>
        <p:spPr>
          <a:xfrm>
            <a:off x="7232904" y="2990088"/>
            <a:ext cx="3950208" cy="1956816"/>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Run imports first.</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Run the prepared input cell.</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Confirm one working explorer.</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REFERENCE CASE</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LOOK &amp; PREDICT</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Everyone starts from the same saved design point</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J05</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14400" y="2221992"/>
            <a:ext cx="341071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14400" y="2221992"/>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078992" y="2377440"/>
            <a:ext cx="308152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Working fluid</a:t>
            </a:r>
            <a:endParaRPr lang="en-US" sz="1700" dirty="0"/>
          </a:p>
        </p:txBody>
      </p:sp>
      <p:sp>
        <p:nvSpPr>
          <p:cNvPr id="15" name="Text 11"/>
          <p:cNvSpPr/>
          <p:nvPr/>
        </p:nvSpPr>
        <p:spPr>
          <a:xfrm>
            <a:off x="1078992" y="2852928"/>
            <a:ext cx="308152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R1233zd(E)</a:t>
            </a:r>
            <a:endParaRPr lang="en-US" sz="3200" dirty="0"/>
          </a:p>
        </p:txBody>
      </p:sp>
      <p:sp>
        <p:nvSpPr>
          <p:cNvPr id="16" name="Text 12"/>
          <p:cNvSpPr/>
          <p:nvPr/>
        </p:nvSpPr>
        <p:spPr>
          <a:xfrm>
            <a:off x="1078992" y="3401568"/>
            <a:ext cx="308152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Pure fluid, real-property backend</a:t>
            </a:r>
            <a:endParaRPr lang="en-US" sz="1300" dirty="0"/>
          </a:p>
        </p:txBody>
      </p:sp>
      <p:sp>
        <p:nvSpPr>
          <p:cNvPr id="17" name="Shape 13"/>
          <p:cNvSpPr/>
          <p:nvPr/>
        </p:nvSpPr>
        <p:spPr>
          <a:xfrm>
            <a:off x="4608576" y="2221992"/>
            <a:ext cx="313639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8" name="Shape 14"/>
          <p:cNvSpPr/>
          <p:nvPr/>
        </p:nvSpPr>
        <p:spPr>
          <a:xfrm>
            <a:off x="4608576" y="2221992"/>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9" name="Text 15"/>
          <p:cNvSpPr/>
          <p:nvPr/>
        </p:nvSpPr>
        <p:spPr>
          <a:xfrm>
            <a:off x="4773168" y="2377440"/>
            <a:ext cx="280720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Inlet</a:t>
            </a:r>
            <a:endParaRPr lang="en-US" sz="1700" dirty="0"/>
          </a:p>
        </p:txBody>
      </p:sp>
      <p:sp>
        <p:nvSpPr>
          <p:cNvPr id="20" name="Text 16"/>
          <p:cNvSpPr/>
          <p:nvPr/>
        </p:nvSpPr>
        <p:spPr>
          <a:xfrm>
            <a:off x="4773168" y="2852928"/>
            <a:ext cx="280720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20 bar</a:t>
            </a:r>
            <a:endParaRPr lang="en-US" sz="3200" dirty="0"/>
          </a:p>
        </p:txBody>
      </p:sp>
      <p:sp>
        <p:nvSpPr>
          <p:cNvPr id="21" name="Text 17"/>
          <p:cNvSpPr/>
          <p:nvPr/>
        </p:nvSpPr>
        <p:spPr>
          <a:xfrm>
            <a:off x="4773168" y="3401568"/>
            <a:ext cx="280720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150 °C</a:t>
            </a:r>
            <a:endParaRPr lang="en-US" sz="1300" dirty="0"/>
          </a:p>
        </p:txBody>
      </p:sp>
      <p:sp>
        <p:nvSpPr>
          <p:cNvPr id="22" name="Shape 18"/>
          <p:cNvSpPr/>
          <p:nvPr/>
        </p:nvSpPr>
        <p:spPr>
          <a:xfrm>
            <a:off x="8028432" y="2221992"/>
            <a:ext cx="3264408"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3" name="Shape 19"/>
          <p:cNvSpPr/>
          <p:nvPr/>
        </p:nvSpPr>
        <p:spPr>
          <a:xfrm>
            <a:off x="8028432" y="2221992"/>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4" name="Text 20"/>
          <p:cNvSpPr/>
          <p:nvPr/>
        </p:nvSpPr>
        <p:spPr>
          <a:xfrm>
            <a:off x="8193024" y="2377440"/>
            <a:ext cx="2935224"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Outlet</a:t>
            </a:r>
            <a:endParaRPr lang="en-US" sz="1700" dirty="0"/>
          </a:p>
        </p:txBody>
      </p:sp>
      <p:sp>
        <p:nvSpPr>
          <p:cNvPr id="25" name="Text 21"/>
          <p:cNvSpPr/>
          <p:nvPr/>
        </p:nvSpPr>
        <p:spPr>
          <a:xfrm>
            <a:off x="8193024" y="2852928"/>
            <a:ext cx="2935224"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5 bar</a:t>
            </a:r>
            <a:endParaRPr lang="en-US" sz="3200" dirty="0"/>
          </a:p>
        </p:txBody>
      </p:sp>
      <p:sp>
        <p:nvSpPr>
          <p:cNvPr id="26" name="Text 22"/>
          <p:cNvSpPr/>
          <p:nvPr/>
        </p:nvSpPr>
        <p:spPr>
          <a:xfrm>
            <a:off x="8193024" y="3401568"/>
            <a:ext cx="2935224"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Static back pressure</a:t>
            </a:r>
            <a:endParaRPr lang="en-US" sz="1300" dirty="0"/>
          </a:p>
        </p:txBody>
      </p:sp>
      <p:sp>
        <p:nvSpPr>
          <p:cNvPr id="27" name="Shape 23"/>
          <p:cNvSpPr/>
          <p:nvPr/>
        </p:nvSpPr>
        <p:spPr>
          <a:xfrm>
            <a:off x="914400" y="3922776"/>
            <a:ext cx="341071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8" name="Shape 24"/>
          <p:cNvSpPr/>
          <p:nvPr/>
        </p:nvSpPr>
        <p:spPr>
          <a:xfrm>
            <a:off x="914400" y="3922776"/>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9" name="Text 25"/>
          <p:cNvSpPr/>
          <p:nvPr/>
        </p:nvSpPr>
        <p:spPr>
          <a:xfrm>
            <a:off x="1078992" y="4078224"/>
            <a:ext cx="308152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Design mass flow</a:t>
            </a:r>
            <a:endParaRPr lang="en-US" sz="1700" dirty="0"/>
          </a:p>
        </p:txBody>
      </p:sp>
      <p:sp>
        <p:nvSpPr>
          <p:cNvPr id="30" name="Text 26"/>
          <p:cNvSpPr/>
          <p:nvPr/>
        </p:nvSpPr>
        <p:spPr>
          <a:xfrm>
            <a:off x="1078992" y="4553712"/>
            <a:ext cx="308152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5.025</a:t>
            </a:r>
            <a:endParaRPr lang="en-US" sz="3200" dirty="0"/>
          </a:p>
        </p:txBody>
      </p:sp>
      <p:sp>
        <p:nvSpPr>
          <p:cNvPr id="31" name="Text 27"/>
          <p:cNvSpPr/>
          <p:nvPr/>
        </p:nvSpPr>
        <p:spPr>
          <a:xfrm>
            <a:off x="1078992" y="5102352"/>
            <a:ext cx="308152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kg/s</a:t>
            </a:r>
            <a:endParaRPr lang="en-US" sz="1300" dirty="0"/>
          </a:p>
        </p:txBody>
      </p:sp>
      <p:sp>
        <p:nvSpPr>
          <p:cNvPr id="32" name="Shape 28"/>
          <p:cNvSpPr/>
          <p:nvPr/>
        </p:nvSpPr>
        <p:spPr>
          <a:xfrm>
            <a:off x="4608576" y="3922776"/>
            <a:ext cx="313639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33" name="Shape 29"/>
          <p:cNvSpPr/>
          <p:nvPr/>
        </p:nvSpPr>
        <p:spPr>
          <a:xfrm>
            <a:off x="4608576" y="3922776"/>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34" name="Text 30"/>
          <p:cNvSpPr/>
          <p:nvPr/>
        </p:nvSpPr>
        <p:spPr>
          <a:xfrm>
            <a:off x="4773168" y="4078224"/>
            <a:ext cx="280720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Rotor speed</a:t>
            </a:r>
            <a:endParaRPr lang="en-US" sz="1700" dirty="0"/>
          </a:p>
        </p:txBody>
      </p:sp>
      <p:sp>
        <p:nvSpPr>
          <p:cNvPr id="35" name="Text 31"/>
          <p:cNvSpPr/>
          <p:nvPr/>
        </p:nvSpPr>
        <p:spPr>
          <a:xfrm>
            <a:off x="4773168" y="4553712"/>
            <a:ext cx="280720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10 000</a:t>
            </a:r>
            <a:endParaRPr lang="en-US" sz="3200" dirty="0"/>
          </a:p>
        </p:txBody>
      </p:sp>
      <p:sp>
        <p:nvSpPr>
          <p:cNvPr id="36" name="Text 32"/>
          <p:cNvSpPr/>
          <p:nvPr/>
        </p:nvSpPr>
        <p:spPr>
          <a:xfrm>
            <a:off x="4773168" y="5102352"/>
            <a:ext cx="280720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rpm</a:t>
            </a:r>
            <a:endParaRPr lang="en-US" sz="1300" dirty="0"/>
          </a:p>
        </p:txBody>
      </p:sp>
      <p:sp>
        <p:nvSpPr>
          <p:cNvPr id="37" name="Shape 33"/>
          <p:cNvSpPr/>
          <p:nvPr/>
        </p:nvSpPr>
        <p:spPr>
          <a:xfrm>
            <a:off x="8028432" y="3922776"/>
            <a:ext cx="3264408"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38" name="Shape 34"/>
          <p:cNvSpPr/>
          <p:nvPr/>
        </p:nvSpPr>
        <p:spPr>
          <a:xfrm>
            <a:off x="8028432" y="3922776"/>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39" name="Text 35"/>
          <p:cNvSpPr/>
          <p:nvPr/>
        </p:nvSpPr>
        <p:spPr>
          <a:xfrm>
            <a:off x="8193024" y="4078224"/>
            <a:ext cx="2935224"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Mean diameter</a:t>
            </a:r>
            <a:endParaRPr lang="en-US" sz="1700" dirty="0"/>
          </a:p>
        </p:txBody>
      </p:sp>
      <p:sp>
        <p:nvSpPr>
          <p:cNvPr id="40" name="Text 36"/>
          <p:cNvSpPr/>
          <p:nvPr/>
        </p:nvSpPr>
        <p:spPr>
          <a:xfrm>
            <a:off x="8193024" y="4553712"/>
            <a:ext cx="2935224"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0.200</a:t>
            </a:r>
            <a:endParaRPr lang="en-US" sz="3200" dirty="0"/>
          </a:p>
        </p:txBody>
      </p:sp>
      <p:sp>
        <p:nvSpPr>
          <p:cNvPr id="41" name="Text 37"/>
          <p:cNvSpPr/>
          <p:nvPr/>
        </p:nvSpPr>
        <p:spPr>
          <a:xfrm>
            <a:off x="8193024" y="5102352"/>
            <a:ext cx="2935224"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EQUATION → PYTHON 1</a:t>
            </a:r>
            <a:endParaRPr lang="en-US" sz="1100" dirty="0"/>
          </a:p>
        </p:txBody>
      </p:sp>
      <p:sp>
        <p:nvSpPr>
          <p:cNvPr id="4" name="Shape 1"/>
          <p:cNvSpPr/>
          <p:nvPr/>
        </p:nvSpPr>
        <p:spPr>
          <a:xfrm>
            <a:off x="9354312" y="704088"/>
            <a:ext cx="2075688" cy="292608"/>
          </a:xfrm>
          <a:prstGeom prst="rect">
            <a:avLst/>
          </a:prstGeom>
          <a:solidFill>
            <a:srgbClr val="C97421"/>
          </a:solidFill>
          <a:ln w="12700">
            <a:solidFill>
              <a:srgbClr val="C9742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TRY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A — Turn the cycle conditions into a velocity scale</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J06</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71392" y="2286000"/>
            <a:ext cx="1368712" cy="658368"/>
          </a:xfrm>
          <a:prstGeom prst="rect">
            <a:avLst/>
          </a:prstGeom>
        </p:spPr>
      </p:pic>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0851" y="3209544"/>
            <a:ext cx="4204315" cy="512064"/>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08404" y="4069080"/>
            <a:ext cx="3157728" cy="676656"/>
          </a:xfrm>
          <a:prstGeom prst="rect">
            <a:avLst/>
          </a:prstGeom>
        </p:spPr>
      </p:pic>
      <p:sp>
        <p:nvSpPr>
          <p:cNvPr id="15" name="Shape 8"/>
          <p:cNvSpPr/>
          <p:nvPr/>
        </p:nvSpPr>
        <p:spPr>
          <a:xfrm>
            <a:off x="6473952" y="2267712"/>
            <a:ext cx="4837176" cy="2660904"/>
          </a:xfrm>
          <a:prstGeom prst="rect">
            <a:avLst/>
          </a:prstGeom>
          <a:solidFill>
            <a:srgbClr val="F2F5F7"/>
          </a:solidFill>
          <a:ln w="12700">
            <a:solidFill>
              <a:srgbClr val="F2F5F7">
                <a:alpha val="0"/>
              </a:srgbClr>
            </a:solidFill>
            <a:prstDash val="solid"/>
          </a:ln>
        </p:spPr>
        <p:txBody>
          <a:bodyPr/>
          <a:lstStyle/>
          <a:p>
            <a:endParaRPr lang="en-US"/>
          </a:p>
        </p:txBody>
      </p:sp>
      <p:sp>
        <p:nvSpPr>
          <p:cNvPr id="16" name="Shape 9"/>
          <p:cNvSpPr/>
          <p:nvPr/>
        </p:nvSpPr>
        <p:spPr>
          <a:xfrm>
            <a:off x="6473952" y="2267712"/>
            <a:ext cx="32004" cy="2660904"/>
          </a:xfrm>
          <a:prstGeom prst="rect">
            <a:avLst/>
          </a:prstGeom>
          <a:solidFill>
            <a:srgbClr val="C97421"/>
          </a:solidFill>
          <a:ln w="12700">
            <a:solidFill>
              <a:srgbClr val="C97421">
                <a:alpha val="0"/>
              </a:srgbClr>
            </a:solidFill>
            <a:prstDash val="solid"/>
          </a:ln>
        </p:spPr>
        <p:txBody>
          <a:bodyPr/>
          <a:lstStyle/>
          <a:p>
            <a:endParaRPr lang="en-US"/>
          </a:p>
        </p:txBody>
      </p:sp>
      <p:sp>
        <p:nvSpPr>
          <p:cNvPr id="17" name="Text 10"/>
          <p:cNvSpPr/>
          <p:nvPr/>
        </p:nvSpPr>
        <p:spPr>
          <a:xfrm>
            <a:off x="6638544" y="2423160"/>
            <a:ext cx="4507992" cy="393192"/>
          </a:xfrm>
          <a:prstGeom prst="rect">
            <a:avLst/>
          </a:prstGeom>
          <a:noFill/>
          <a:ln/>
        </p:spPr>
        <p:txBody>
          <a:bodyPr wrap="square" lIns="0" tIns="0" rIns="0" bIns="0" rtlCol="0" anchor="ctr"/>
          <a:lstStyle/>
          <a:p>
            <a:pPr marL="0" indent="0">
              <a:buNone/>
            </a:pPr>
            <a:r>
              <a:rPr lang="en-US" sz="2200" b="1" dirty="0">
                <a:solidFill>
                  <a:srgbClr val="C97421"/>
                </a:solidFill>
                <a:latin typeface="Arial" pitchFamily="34" charset="0"/>
                <a:ea typeface="Arial" pitchFamily="34" charset="-122"/>
                <a:cs typeface="Arial" pitchFamily="34" charset="-120"/>
              </a:rPr>
              <a:t>Your five outputs</a:t>
            </a:r>
            <a:endParaRPr lang="en-US" sz="2200" dirty="0"/>
          </a:p>
        </p:txBody>
      </p:sp>
      <p:sp>
        <p:nvSpPr>
          <p:cNvPr id="18" name="Text 11"/>
          <p:cNvSpPr/>
          <p:nvPr/>
        </p:nvSpPr>
        <p:spPr>
          <a:xfrm>
            <a:off x="6638544" y="3026664"/>
            <a:ext cx="4507992" cy="1746504"/>
          </a:xfrm>
          <a:prstGeom prst="rect">
            <a:avLst/>
          </a:prstGeom>
          <a:noFill/>
          <a:ln/>
        </p:spPr>
        <p:txBody>
          <a:bodyPr wrap="square" lIns="0" tIns="0" rIns="0" bIns="0" rtlCol="0" anchor="t"/>
          <a:lstStyle/>
          <a:p>
            <a:pPr marL="0" indent="0">
              <a:buNone/>
            </a:pPr>
            <a:r>
              <a:rPr lang="en-US" sz="2100" dirty="0">
                <a:solidFill>
                  <a:srgbClr val="172938"/>
                </a:solidFill>
                <a:latin typeface="Arial" pitchFamily="34" charset="0"/>
                <a:ea typeface="Arial" pitchFamily="34" charset="-122"/>
                <a:cs typeface="Arial" pitchFamily="34" charset="-120"/>
              </a:rPr>
              <a:t>Pressure ratio</a:t>
            </a:r>
            <a:endParaRPr lang="en-US" sz="2100" dirty="0"/>
          </a:p>
          <a:p>
            <a:pPr marL="0" indent="0">
              <a:buNone/>
            </a:pPr>
            <a:r>
              <a:rPr lang="en-US" sz="2100" dirty="0">
                <a:solidFill>
                  <a:srgbClr val="172938"/>
                </a:solidFill>
                <a:latin typeface="Arial" pitchFamily="34" charset="0"/>
                <a:ea typeface="Arial" pitchFamily="34" charset="-122"/>
                <a:cs typeface="Arial" pitchFamily="34" charset="-120"/>
              </a:rPr>
              <a:t>Isentropic head and velocity</a:t>
            </a:r>
            <a:endParaRPr lang="en-US" sz="2100" dirty="0"/>
          </a:p>
          <a:p>
            <a:pPr marL="0" indent="0">
              <a:buNone/>
            </a:pPr>
            <a:r>
              <a:rPr lang="en-US" sz="2100" dirty="0">
                <a:solidFill>
                  <a:srgbClr val="172938"/>
                </a:solidFill>
                <a:latin typeface="Arial" pitchFamily="34" charset="0"/>
                <a:ea typeface="Arial" pitchFamily="34" charset="-122"/>
                <a:cs typeface="Arial" pitchFamily="34" charset="-120"/>
              </a:rPr>
              <a:t>Blade speed and U/c_is</a:t>
            </a:r>
            <a:endParaRPr lang="en-US" sz="2100"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73050" y="5221333"/>
            <a:ext cx="2534107" cy="90503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REFERENCE CHECKPOINT</a:t>
            </a:r>
            <a:endParaRPr lang="en-US" sz="1100" dirty="0"/>
          </a:p>
        </p:txBody>
      </p:sp>
      <p:sp>
        <p:nvSpPr>
          <p:cNvPr id="4" name="Shape 1"/>
          <p:cNvSpPr/>
          <p:nvPr/>
        </p:nvSpPr>
        <p:spPr>
          <a:xfrm>
            <a:off x="9354312" y="704088"/>
            <a:ext cx="2075688" cy="292608"/>
          </a:xfrm>
          <a:prstGeom prst="rect">
            <a:avLst/>
          </a:prstGeom>
          <a:solidFill>
            <a:srgbClr val="168A91"/>
          </a:solidFill>
          <a:ln w="12700">
            <a:solidFill>
              <a:srgbClr val="168A9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CHECK TOGETHER</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A — Check the scale before trusting the next calculation</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J07</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14400" y="2331720"/>
            <a:ext cx="322783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14400" y="233172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078992" y="2487168"/>
            <a:ext cx="289864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Pressure ratio</a:t>
            </a:r>
            <a:endParaRPr lang="en-US" sz="1700" dirty="0"/>
          </a:p>
        </p:txBody>
      </p:sp>
      <p:sp>
        <p:nvSpPr>
          <p:cNvPr id="15" name="Text 11"/>
          <p:cNvSpPr/>
          <p:nvPr/>
        </p:nvSpPr>
        <p:spPr>
          <a:xfrm>
            <a:off x="1078992" y="2962656"/>
            <a:ext cx="289864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4.00</a:t>
            </a:r>
            <a:endParaRPr lang="en-US" sz="3200" dirty="0"/>
          </a:p>
        </p:txBody>
      </p:sp>
      <p:sp>
        <p:nvSpPr>
          <p:cNvPr id="16" name="Text 12"/>
          <p:cNvSpPr/>
          <p:nvPr/>
        </p:nvSpPr>
        <p:spPr>
          <a:xfrm>
            <a:off x="1078992" y="3511296"/>
            <a:ext cx="289864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p_in / p_out</a:t>
            </a:r>
            <a:endParaRPr lang="en-US" sz="1300" dirty="0"/>
          </a:p>
        </p:txBody>
      </p:sp>
      <p:sp>
        <p:nvSpPr>
          <p:cNvPr id="17" name="Shape 13"/>
          <p:cNvSpPr/>
          <p:nvPr/>
        </p:nvSpPr>
        <p:spPr>
          <a:xfrm>
            <a:off x="4462272" y="2331720"/>
            <a:ext cx="322783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8" name="Shape 14"/>
          <p:cNvSpPr/>
          <p:nvPr/>
        </p:nvSpPr>
        <p:spPr>
          <a:xfrm>
            <a:off x="4462272" y="233172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9" name="Text 15"/>
          <p:cNvSpPr/>
          <p:nvPr/>
        </p:nvSpPr>
        <p:spPr>
          <a:xfrm>
            <a:off x="4626864" y="2487168"/>
            <a:ext cx="289864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Isentropic head</a:t>
            </a:r>
            <a:endParaRPr lang="en-US" sz="1700" dirty="0"/>
          </a:p>
        </p:txBody>
      </p:sp>
      <p:sp>
        <p:nvSpPr>
          <p:cNvPr id="20" name="Text 16"/>
          <p:cNvSpPr/>
          <p:nvPr/>
        </p:nvSpPr>
        <p:spPr>
          <a:xfrm>
            <a:off x="4626864" y="2962656"/>
            <a:ext cx="289864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28.83</a:t>
            </a:r>
            <a:endParaRPr lang="en-US" sz="3200" dirty="0"/>
          </a:p>
        </p:txBody>
      </p:sp>
      <p:sp>
        <p:nvSpPr>
          <p:cNvPr id="21" name="Text 17"/>
          <p:cNvSpPr/>
          <p:nvPr/>
        </p:nvSpPr>
        <p:spPr>
          <a:xfrm>
            <a:off x="4626864" y="3511296"/>
            <a:ext cx="289864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kJ/kg</a:t>
            </a:r>
            <a:endParaRPr lang="en-US" sz="1300" dirty="0"/>
          </a:p>
        </p:txBody>
      </p:sp>
      <p:sp>
        <p:nvSpPr>
          <p:cNvPr id="22" name="Shape 18"/>
          <p:cNvSpPr/>
          <p:nvPr/>
        </p:nvSpPr>
        <p:spPr>
          <a:xfrm>
            <a:off x="8010144" y="2331720"/>
            <a:ext cx="322783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3" name="Shape 19"/>
          <p:cNvSpPr/>
          <p:nvPr/>
        </p:nvSpPr>
        <p:spPr>
          <a:xfrm>
            <a:off x="8010144" y="233172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4" name="Text 20"/>
          <p:cNvSpPr/>
          <p:nvPr/>
        </p:nvSpPr>
        <p:spPr>
          <a:xfrm>
            <a:off x="8174736" y="2487168"/>
            <a:ext cx="289864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Isentropic velocity</a:t>
            </a:r>
            <a:endParaRPr lang="en-US" sz="1700" dirty="0"/>
          </a:p>
        </p:txBody>
      </p:sp>
      <p:sp>
        <p:nvSpPr>
          <p:cNvPr id="25" name="Text 21"/>
          <p:cNvSpPr/>
          <p:nvPr/>
        </p:nvSpPr>
        <p:spPr>
          <a:xfrm>
            <a:off x="8174736" y="2962656"/>
            <a:ext cx="289864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240.1</a:t>
            </a:r>
            <a:endParaRPr lang="en-US" sz="3200" dirty="0"/>
          </a:p>
        </p:txBody>
      </p:sp>
      <p:sp>
        <p:nvSpPr>
          <p:cNvPr id="26" name="Text 22"/>
          <p:cNvSpPr/>
          <p:nvPr/>
        </p:nvSpPr>
        <p:spPr>
          <a:xfrm>
            <a:off x="8174736" y="3511296"/>
            <a:ext cx="289864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m/s</a:t>
            </a:r>
            <a:endParaRPr lang="en-US" sz="1300" dirty="0"/>
          </a:p>
        </p:txBody>
      </p:sp>
      <p:sp>
        <p:nvSpPr>
          <p:cNvPr id="27" name="Shape 23"/>
          <p:cNvSpPr/>
          <p:nvPr/>
        </p:nvSpPr>
        <p:spPr>
          <a:xfrm>
            <a:off x="2103120" y="4050792"/>
            <a:ext cx="3474720"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8" name="Shape 24"/>
          <p:cNvSpPr/>
          <p:nvPr/>
        </p:nvSpPr>
        <p:spPr>
          <a:xfrm>
            <a:off x="2103120" y="4050792"/>
            <a:ext cx="32004" cy="1527048"/>
          </a:xfrm>
          <a:prstGeom prst="rect">
            <a:avLst/>
          </a:prstGeom>
          <a:solidFill>
            <a:srgbClr val="168A91"/>
          </a:solidFill>
          <a:ln w="12700">
            <a:solidFill>
              <a:srgbClr val="168A91">
                <a:alpha val="0"/>
              </a:srgbClr>
            </a:solidFill>
            <a:prstDash val="solid"/>
          </a:ln>
        </p:spPr>
        <p:txBody>
          <a:bodyPr/>
          <a:lstStyle/>
          <a:p>
            <a:endParaRPr lang="en-US"/>
          </a:p>
        </p:txBody>
      </p:sp>
      <p:sp>
        <p:nvSpPr>
          <p:cNvPr id="29" name="Text 25"/>
          <p:cNvSpPr/>
          <p:nvPr/>
        </p:nvSpPr>
        <p:spPr>
          <a:xfrm>
            <a:off x="2267712" y="4206240"/>
            <a:ext cx="3145536" cy="274320"/>
          </a:xfrm>
          <a:prstGeom prst="rect">
            <a:avLst/>
          </a:prstGeom>
          <a:noFill/>
          <a:ln/>
        </p:spPr>
        <p:txBody>
          <a:bodyPr wrap="square" lIns="0" tIns="0" rIns="0" bIns="0" rtlCol="0" anchor="ctr"/>
          <a:lstStyle/>
          <a:p>
            <a:pPr marL="0" indent="0">
              <a:buNone/>
            </a:pPr>
            <a:r>
              <a:rPr lang="en-US" sz="1700" b="1" dirty="0">
                <a:solidFill>
                  <a:srgbClr val="168A91"/>
                </a:solidFill>
                <a:latin typeface="Arial" pitchFamily="34" charset="0"/>
                <a:ea typeface="Arial" pitchFamily="34" charset="-122"/>
                <a:cs typeface="Arial" pitchFamily="34" charset="-120"/>
              </a:rPr>
              <a:t>Blade speed</a:t>
            </a:r>
            <a:endParaRPr lang="en-US" sz="1700" dirty="0"/>
          </a:p>
        </p:txBody>
      </p:sp>
      <p:sp>
        <p:nvSpPr>
          <p:cNvPr id="30" name="Text 26"/>
          <p:cNvSpPr/>
          <p:nvPr/>
        </p:nvSpPr>
        <p:spPr>
          <a:xfrm>
            <a:off x="2267712" y="4681728"/>
            <a:ext cx="3145536"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104.7</a:t>
            </a:r>
            <a:endParaRPr lang="en-US" sz="3200" dirty="0"/>
          </a:p>
        </p:txBody>
      </p:sp>
      <p:sp>
        <p:nvSpPr>
          <p:cNvPr id="31" name="Text 27"/>
          <p:cNvSpPr/>
          <p:nvPr/>
        </p:nvSpPr>
        <p:spPr>
          <a:xfrm>
            <a:off x="2267712" y="5230368"/>
            <a:ext cx="3145536"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m/s</a:t>
            </a:r>
            <a:endParaRPr lang="en-US" sz="1300" dirty="0"/>
          </a:p>
        </p:txBody>
      </p:sp>
      <p:sp>
        <p:nvSpPr>
          <p:cNvPr id="32" name="Shape 28"/>
          <p:cNvSpPr/>
          <p:nvPr/>
        </p:nvSpPr>
        <p:spPr>
          <a:xfrm>
            <a:off x="6419088" y="4050792"/>
            <a:ext cx="3474720"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33" name="Shape 29"/>
          <p:cNvSpPr/>
          <p:nvPr/>
        </p:nvSpPr>
        <p:spPr>
          <a:xfrm>
            <a:off x="6419088" y="4050792"/>
            <a:ext cx="32004" cy="1527048"/>
          </a:xfrm>
          <a:prstGeom prst="rect">
            <a:avLst/>
          </a:prstGeom>
          <a:solidFill>
            <a:srgbClr val="168A91"/>
          </a:solidFill>
          <a:ln w="12700">
            <a:solidFill>
              <a:srgbClr val="168A91">
                <a:alpha val="0"/>
              </a:srgbClr>
            </a:solidFill>
            <a:prstDash val="solid"/>
          </a:ln>
        </p:spPr>
        <p:txBody>
          <a:bodyPr/>
          <a:lstStyle/>
          <a:p>
            <a:endParaRPr lang="en-US"/>
          </a:p>
        </p:txBody>
      </p:sp>
      <p:sp>
        <p:nvSpPr>
          <p:cNvPr id="34" name="Text 30"/>
          <p:cNvSpPr/>
          <p:nvPr/>
        </p:nvSpPr>
        <p:spPr>
          <a:xfrm>
            <a:off x="6583680" y="4206240"/>
            <a:ext cx="3145536" cy="274320"/>
          </a:xfrm>
          <a:prstGeom prst="rect">
            <a:avLst/>
          </a:prstGeom>
          <a:noFill/>
          <a:ln/>
        </p:spPr>
        <p:txBody>
          <a:bodyPr wrap="square" lIns="0" tIns="0" rIns="0" bIns="0" rtlCol="0" anchor="ctr"/>
          <a:lstStyle/>
          <a:p>
            <a:pPr marL="0" indent="0">
              <a:buNone/>
            </a:pPr>
            <a:r>
              <a:rPr lang="en-US" sz="1700" b="1" dirty="0">
                <a:solidFill>
                  <a:srgbClr val="168A91"/>
                </a:solidFill>
                <a:latin typeface="Arial" pitchFamily="34" charset="0"/>
                <a:ea typeface="Arial" pitchFamily="34" charset="-122"/>
                <a:cs typeface="Arial" pitchFamily="34" charset="-120"/>
              </a:rPr>
              <a:t>Blade-speed ratio</a:t>
            </a:r>
            <a:endParaRPr lang="en-US" sz="1700" dirty="0"/>
          </a:p>
        </p:txBody>
      </p:sp>
      <p:sp>
        <p:nvSpPr>
          <p:cNvPr id="35" name="Text 31"/>
          <p:cNvSpPr/>
          <p:nvPr/>
        </p:nvSpPr>
        <p:spPr>
          <a:xfrm>
            <a:off x="6583680" y="4681728"/>
            <a:ext cx="3145536"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0.436</a:t>
            </a:r>
            <a:endParaRPr lang="en-US" sz="3200" dirty="0"/>
          </a:p>
        </p:txBody>
      </p:sp>
      <p:sp>
        <p:nvSpPr>
          <p:cNvPr id="36" name="Text 32"/>
          <p:cNvSpPr/>
          <p:nvPr/>
        </p:nvSpPr>
        <p:spPr>
          <a:xfrm>
            <a:off x="6583680" y="5230368"/>
            <a:ext cx="3145536"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U/c_is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EQUATION → PYTHON 2</a:t>
            </a:r>
            <a:endParaRPr lang="en-US" sz="1100" dirty="0"/>
          </a:p>
        </p:txBody>
      </p:sp>
      <p:sp>
        <p:nvSpPr>
          <p:cNvPr id="4" name="Shape 1"/>
          <p:cNvSpPr/>
          <p:nvPr/>
        </p:nvSpPr>
        <p:spPr>
          <a:xfrm>
            <a:off x="9354312" y="704088"/>
            <a:ext cx="2075688" cy="292608"/>
          </a:xfrm>
          <a:prstGeom prst="rect">
            <a:avLst/>
          </a:prstGeom>
          <a:solidFill>
            <a:srgbClr val="C97421"/>
          </a:solidFill>
          <a:ln w="12700">
            <a:solidFill>
              <a:srgbClr val="C9742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TRY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B — Will the ideal nozzle outlet be supersonic?</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J08</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32688" y="2304288"/>
            <a:ext cx="3474720"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32688" y="2304288"/>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097280" y="2459736"/>
            <a:ext cx="3145536"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Inlet enthalpy</a:t>
            </a:r>
            <a:endParaRPr lang="en-US" sz="1700" dirty="0"/>
          </a:p>
        </p:txBody>
      </p:sp>
      <p:sp>
        <p:nvSpPr>
          <p:cNvPr id="15" name="Text 11"/>
          <p:cNvSpPr/>
          <p:nvPr/>
        </p:nvSpPr>
        <p:spPr>
          <a:xfrm>
            <a:off x="1097280" y="2935224"/>
            <a:ext cx="3145536"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504 812</a:t>
            </a:r>
            <a:endParaRPr lang="en-US" sz="3200" dirty="0"/>
          </a:p>
        </p:txBody>
      </p:sp>
      <p:sp>
        <p:nvSpPr>
          <p:cNvPr id="16" name="Text 12"/>
          <p:cNvSpPr/>
          <p:nvPr/>
        </p:nvSpPr>
        <p:spPr>
          <a:xfrm>
            <a:off x="1097280" y="3483864"/>
            <a:ext cx="3145536"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J/kg</a:t>
            </a:r>
            <a:endParaRPr lang="en-US" sz="1300" dirty="0"/>
          </a:p>
        </p:txBody>
      </p:sp>
      <p:sp>
        <p:nvSpPr>
          <p:cNvPr id="17" name="Shape 13"/>
          <p:cNvSpPr/>
          <p:nvPr/>
        </p:nvSpPr>
        <p:spPr>
          <a:xfrm>
            <a:off x="4663440" y="2304288"/>
            <a:ext cx="3474720"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8" name="Shape 14"/>
          <p:cNvSpPr/>
          <p:nvPr/>
        </p:nvSpPr>
        <p:spPr>
          <a:xfrm>
            <a:off x="4663440" y="2304288"/>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9" name="Text 15"/>
          <p:cNvSpPr/>
          <p:nvPr/>
        </p:nvSpPr>
        <p:spPr>
          <a:xfrm>
            <a:off x="4828032" y="2459736"/>
            <a:ext cx="3145536"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Ideal outlet enthalpy</a:t>
            </a:r>
            <a:endParaRPr lang="en-US" sz="1700" dirty="0"/>
          </a:p>
        </p:txBody>
      </p:sp>
      <p:sp>
        <p:nvSpPr>
          <p:cNvPr id="20" name="Text 16"/>
          <p:cNvSpPr/>
          <p:nvPr/>
        </p:nvSpPr>
        <p:spPr>
          <a:xfrm>
            <a:off x="4828032" y="2935224"/>
            <a:ext cx="3145536"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475 982</a:t>
            </a:r>
            <a:endParaRPr lang="en-US" sz="3200" dirty="0"/>
          </a:p>
        </p:txBody>
      </p:sp>
      <p:sp>
        <p:nvSpPr>
          <p:cNvPr id="21" name="Text 17"/>
          <p:cNvSpPr/>
          <p:nvPr/>
        </p:nvSpPr>
        <p:spPr>
          <a:xfrm>
            <a:off x="4828032" y="3483864"/>
            <a:ext cx="3145536"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J/kg</a:t>
            </a:r>
            <a:endParaRPr lang="en-US" sz="1300" dirty="0"/>
          </a:p>
        </p:txBody>
      </p:sp>
      <p:sp>
        <p:nvSpPr>
          <p:cNvPr id="22" name="Shape 18"/>
          <p:cNvSpPr/>
          <p:nvPr/>
        </p:nvSpPr>
        <p:spPr>
          <a:xfrm>
            <a:off x="8394192" y="2304288"/>
            <a:ext cx="286207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3" name="Shape 19"/>
          <p:cNvSpPr/>
          <p:nvPr/>
        </p:nvSpPr>
        <p:spPr>
          <a:xfrm>
            <a:off x="8394192" y="2304288"/>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4" name="Text 20"/>
          <p:cNvSpPr/>
          <p:nvPr/>
        </p:nvSpPr>
        <p:spPr>
          <a:xfrm>
            <a:off x="8558784" y="2459736"/>
            <a:ext cx="253288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Outlet sound speed</a:t>
            </a:r>
            <a:endParaRPr lang="en-US" sz="1700" dirty="0"/>
          </a:p>
        </p:txBody>
      </p:sp>
      <p:sp>
        <p:nvSpPr>
          <p:cNvPr id="25" name="Text 21"/>
          <p:cNvSpPr/>
          <p:nvPr/>
        </p:nvSpPr>
        <p:spPr>
          <a:xfrm>
            <a:off x="8558784" y="2935224"/>
            <a:ext cx="253288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146.39</a:t>
            </a:r>
            <a:endParaRPr lang="en-US" sz="3200" dirty="0"/>
          </a:p>
        </p:txBody>
      </p:sp>
      <p:sp>
        <p:nvSpPr>
          <p:cNvPr id="26" name="Text 22"/>
          <p:cNvSpPr/>
          <p:nvPr/>
        </p:nvSpPr>
        <p:spPr>
          <a:xfrm>
            <a:off x="8558784" y="3483864"/>
            <a:ext cx="253288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m/s</a:t>
            </a:r>
            <a:endParaRPr lang="en-US" sz="1300" dirty="0"/>
          </a:p>
        </p:txBody>
      </p:sp>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77288" y="4297680"/>
            <a:ext cx="4332224" cy="749808"/>
          </a:xfrm>
          <a:prstGeom prst="rect">
            <a:avLst/>
          </a:prstGeom>
        </p:spPr>
      </p:pic>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01584" y="4276010"/>
            <a:ext cx="2788920" cy="80229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REFERENCE CHECKPOINT</a:t>
            </a:r>
            <a:endParaRPr lang="en-US" sz="1100" dirty="0"/>
          </a:p>
        </p:txBody>
      </p:sp>
      <p:sp>
        <p:nvSpPr>
          <p:cNvPr id="4" name="Shape 1"/>
          <p:cNvSpPr/>
          <p:nvPr/>
        </p:nvSpPr>
        <p:spPr>
          <a:xfrm>
            <a:off x="9354312" y="704088"/>
            <a:ext cx="2075688" cy="292608"/>
          </a:xfrm>
          <a:prstGeom prst="rect">
            <a:avLst/>
          </a:prstGeom>
          <a:solidFill>
            <a:srgbClr val="168A91"/>
          </a:solidFill>
          <a:ln w="12700">
            <a:solidFill>
              <a:srgbClr val="168A9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CHECK TOGETHER</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B — A sonic throat connects the inlet to a supersonic outlet</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J09</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Text 8"/>
          <p:cNvSpPr/>
          <p:nvPr/>
        </p:nvSpPr>
        <p:spPr>
          <a:xfrm>
            <a:off x="941832" y="2194560"/>
            <a:ext cx="6217920" cy="274320"/>
          </a:xfrm>
          <a:prstGeom prst="rect">
            <a:avLst/>
          </a:prstGeom>
          <a:noFill/>
          <a:ln/>
        </p:spPr>
        <p:txBody>
          <a:bodyPr wrap="square" lIns="0" tIns="0" rIns="0" bIns="0" rtlCol="0" anchor="ctr"/>
          <a:lstStyle/>
          <a:p>
            <a:pPr marL="0" indent="0">
              <a:buNone/>
            </a:pPr>
            <a:r>
              <a:rPr lang="en-US" sz="1300" b="1" kern="0" spc="30" dirty="0">
                <a:solidFill>
                  <a:srgbClr val="0066B3"/>
                </a:solidFill>
                <a:latin typeface="Arial" pitchFamily="34" charset="0"/>
                <a:ea typeface="Arial" pitchFamily="34" charset="-122"/>
                <a:cs typeface="Arial" pitchFamily="34" charset="-120"/>
              </a:rPr>
              <a:t>RUN THE PROVIDED PRESSURE-PATH CELL</a:t>
            </a:r>
            <a:endParaRPr lang="en-US" sz="1300" dirty="0"/>
          </a:p>
        </p:txBody>
      </p:sp>
      <p:sp>
        <p:nvSpPr>
          <p:cNvPr id="13" name="Shape 9"/>
          <p:cNvSpPr/>
          <p:nvPr/>
        </p:nvSpPr>
        <p:spPr>
          <a:xfrm>
            <a:off x="1024128" y="2743200"/>
            <a:ext cx="987552" cy="256032"/>
          </a:xfrm>
          <a:prstGeom prst="line">
            <a:avLst/>
          </a:prstGeom>
          <a:noFill/>
          <a:ln w="31750">
            <a:solidFill>
              <a:srgbClr val="0066B3"/>
            </a:solidFill>
            <a:prstDash val="solid"/>
          </a:ln>
        </p:spPr>
        <p:txBody>
          <a:bodyPr/>
          <a:lstStyle/>
          <a:p>
            <a:endParaRPr lang="en-US"/>
          </a:p>
        </p:txBody>
      </p:sp>
      <p:sp>
        <p:nvSpPr>
          <p:cNvPr id="15" name="Shape 11"/>
          <p:cNvSpPr/>
          <p:nvPr/>
        </p:nvSpPr>
        <p:spPr>
          <a:xfrm>
            <a:off x="2011680" y="2999232"/>
            <a:ext cx="914400" cy="292608"/>
          </a:xfrm>
          <a:prstGeom prst="line">
            <a:avLst/>
          </a:prstGeom>
          <a:noFill/>
          <a:ln w="31750">
            <a:solidFill>
              <a:srgbClr val="0066B3"/>
            </a:solidFill>
            <a:prstDash val="solid"/>
          </a:ln>
        </p:spPr>
        <p:txBody>
          <a:bodyPr/>
          <a:lstStyle/>
          <a:p>
            <a:endParaRPr lang="en-US"/>
          </a:p>
        </p:txBody>
      </p:sp>
      <p:sp>
        <p:nvSpPr>
          <p:cNvPr id="17" name="Shape 13"/>
          <p:cNvSpPr/>
          <p:nvPr/>
        </p:nvSpPr>
        <p:spPr>
          <a:xfrm>
            <a:off x="2926080" y="3291840"/>
            <a:ext cx="841248" cy="155448"/>
          </a:xfrm>
          <a:prstGeom prst="line">
            <a:avLst/>
          </a:prstGeom>
          <a:noFill/>
          <a:ln w="31750">
            <a:solidFill>
              <a:srgbClr val="0066B3"/>
            </a:solidFill>
            <a:prstDash val="solid"/>
          </a:ln>
        </p:spPr>
        <p:txBody>
          <a:bodyPr/>
          <a:lstStyle/>
          <a:p>
            <a:endParaRPr lang="en-US"/>
          </a:p>
        </p:txBody>
      </p:sp>
      <p:sp>
        <p:nvSpPr>
          <p:cNvPr id="20" name="Shape 16"/>
          <p:cNvSpPr/>
          <p:nvPr/>
        </p:nvSpPr>
        <p:spPr>
          <a:xfrm flipV="1">
            <a:off x="3776472" y="3337560"/>
            <a:ext cx="877824" cy="121458"/>
          </a:xfrm>
          <a:prstGeom prst="line">
            <a:avLst/>
          </a:prstGeom>
          <a:noFill/>
          <a:ln w="31750">
            <a:solidFill>
              <a:srgbClr val="0066B3"/>
            </a:solidFill>
            <a:prstDash val="solid"/>
          </a:ln>
        </p:spPr>
        <p:txBody>
          <a:bodyPr/>
          <a:lstStyle/>
          <a:p>
            <a:endParaRPr lang="en-US"/>
          </a:p>
        </p:txBody>
      </p:sp>
      <p:sp>
        <p:nvSpPr>
          <p:cNvPr id="22" name="Shape 18"/>
          <p:cNvSpPr/>
          <p:nvPr/>
        </p:nvSpPr>
        <p:spPr>
          <a:xfrm flipV="1">
            <a:off x="4654294" y="3182112"/>
            <a:ext cx="923545" cy="137161"/>
          </a:xfrm>
          <a:prstGeom prst="line">
            <a:avLst/>
          </a:prstGeom>
          <a:noFill/>
          <a:ln w="31750">
            <a:solidFill>
              <a:srgbClr val="0066B3"/>
            </a:solidFill>
            <a:prstDash val="solid"/>
          </a:ln>
        </p:spPr>
        <p:txBody>
          <a:bodyPr/>
          <a:lstStyle/>
          <a:p>
            <a:endParaRPr lang="en-US"/>
          </a:p>
        </p:txBody>
      </p:sp>
      <p:sp>
        <p:nvSpPr>
          <p:cNvPr id="24" name="Shape 20"/>
          <p:cNvSpPr/>
          <p:nvPr/>
        </p:nvSpPr>
        <p:spPr>
          <a:xfrm flipV="1">
            <a:off x="5577839" y="2990087"/>
            <a:ext cx="905247" cy="182880"/>
          </a:xfrm>
          <a:prstGeom prst="line">
            <a:avLst/>
          </a:prstGeom>
          <a:noFill/>
          <a:ln w="31750">
            <a:solidFill>
              <a:srgbClr val="0066B3"/>
            </a:solidFill>
            <a:prstDash val="solid"/>
          </a:ln>
        </p:spPr>
        <p:txBody>
          <a:bodyPr/>
          <a:lstStyle/>
          <a:p>
            <a:endParaRPr lang="en-US"/>
          </a:p>
        </p:txBody>
      </p:sp>
      <p:sp>
        <p:nvSpPr>
          <p:cNvPr id="25" name="Shape 21"/>
          <p:cNvSpPr/>
          <p:nvPr/>
        </p:nvSpPr>
        <p:spPr>
          <a:xfrm>
            <a:off x="3767328" y="2816352"/>
            <a:ext cx="0" cy="1929384"/>
          </a:xfrm>
          <a:prstGeom prst="line">
            <a:avLst/>
          </a:prstGeom>
          <a:noFill/>
          <a:ln w="12700">
            <a:solidFill>
              <a:srgbClr val="C97421"/>
            </a:solidFill>
            <a:prstDash val="dash"/>
          </a:ln>
        </p:spPr>
        <p:txBody>
          <a:bodyPr/>
          <a:lstStyle/>
          <a:p>
            <a:endParaRPr lang="en-US"/>
          </a:p>
        </p:txBody>
      </p:sp>
      <p:sp>
        <p:nvSpPr>
          <p:cNvPr id="26" name="Shape 22"/>
          <p:cNvSpPr/>
          <p:nvPr/>
        </p:nvSpPr>
        <p:spPr>
          <a:xfrm>
            <a:off x="1216152" y="3840480"/>
            <a:ext cx="5001768" cy="0"/>
          </a:xfrm>
          <a:prstGeom prst="line">
            <a:avLst/>
          </a:prstGeom>
          <a:noFill/>
          <a:ln w="19050">
            <a:solidFill>
              <a:srgbClr val="168A91"/>
            </a:solidFill>
            <a:prstDash val="solid"/>
            <a:headEnd type="none"/>
            <a:tailEnd type="triangle"/>
          </a:ln>
        </p:spPr>
        <p:txBody>
          <a:bodyPr/>
          <a:lstStyle/>
          <a:p>
            <a:endParaRPr lang="en-US"/>
          </a:p>
        </p:txBody>
      </p:sp>
      <p:sp>
        <p:nvSpPr>
          <p:cNvPr id="27" name="Text 23"/>
          <p:cNvSpPr/>
          <p:nvPr/>
        </p:nvSpPr>
        <p:spPr>
          <a:xfrm>
            <a:off x="1447615" y="4274820"/>
            <a:ext cx="1645920" cy="338328"/>
          </a:xfrm>
          <a:prstGeom prst="rect">
            <a:avLst/>
          </a:prstGeom>
          <a:noFill/>
          <a:ln/>
        </p:spPr>
        <p:txBody>
          <a:bodyPr wrap="square" lIns="0" tIns="0" rIns="0" bIns="0" rtlCol="0" anchor="ctr"/>
          <a:lstStyle/>
          <a:p>
            <a:pPr marL="0" indent="0">
              <a:buNone/>
            </a:pPr>
            <a:r>
              <a:rPr lang="en-US" sz="2100" dirty="0">
                <a:solidFill>
                  <a:srgbClr val="0066B3"/>
                </a:solidFill>
                <a:latin typeface="Arial" pitchFamily="34" charset="0"/>
                <a:ea typeface="Arial" pitchFamily="34" charset="-122"/>
                <a:cs typeface="Arial" pitchFamily="34" charset="-120"/>
              </a:rPr>
              <a:t>Ma &lt; 1</a:t>
            </a:r>
            <a:endParaRPr lang="en-US" sz="2100" dirty="0"/>
          </a:p>
        </p:txBody>
      </p:sp>
      <p:sp>
        <p:nvSpPr>
          <p:cNvPr id="28" name="Text 24"/>
          <p:cNvSpPr/>
          <p:nvPr/>
        </p:nvSpPr>
        <p:spPr>
          <a:xfrm>
            <a:off x="3294703" y="4274820"/>
            <a:ext cx="1645920" cy="338328"/>
          </a:xfrm>
          <a:prstGeom prst="rect">
            <a:avLst/>
          </a:prstGeom>
          <a:noFill/>
          <a:ln/>
        </p:spPr>
        <p:txBody>
          <a:bodyPr wrap="square" lIns="0" tIns="0" rIns="0" bIns="0" rtlCol="0" anchor="ctr"/>
          <a:lstStyle/>
          <a:p>
            <a:pPr marL="0" indent="0">
              <a:buNone/>
            </a:pPr>
            <a:r>
              <a:rPr lang="en-US" sz="2100" dirty="0">
                <a:solidFill>
                  <a:srgbClr val="C97421"/>
                </a:solidFill>
                <a:latin typeface="Arial" pitchFamily="34" charset="0"/>
                <a:ea typeface="Arial" pitchFamily="34" charset="-122"/>
                <a:cs typeface="Arial" pitchFamily="34" charset="-120"/>
              </a:rPr>
              <a:t>Ma = 1</a:t>
            </a:r>
            <a:endParaRPr lang="en-US" sz="2100" dirty="0"/>
          </a:p>
        </p:txBody>
      </p:sp>
      <p:sp>
        <p:nvSpPr>
          <p:cNvPr id="29" name="Text 25"/>
          <p:cNvSpPr/>
          <p:nvPr/>
        </p:nvSpPr>
        <p:spPr>
          <a:xfrm>
            <a:off x="5116066" y="4319015"/>
            <a:ext cx="1645920" cy="338328"/>
          </a:xfrm>
          <a:prstGeom prst="rect">
            <a:avLst/>
          </a:prstGeom>
          <a:noFill/>
          <a:ln/>
        </p:spPr>
        <p:txBody>
          <a:bodyPr wrap="square" lIns="0" tIns="0" rIns="0" bIns="0" rtlCol="0" anchor="ctr"/>
          <a:lstStyle/>
          <a:p>
            <a:pPr marL="0" indent="0">
              <a:buNone/>
            </a:pPr>
            <a:r>
              <a:rPr lang="en-US" sz="2100" dirty="0">
                <a:solidFill>
                  <a:srgbClr val="0066B3"/>
                </a:solidFill>
                <a:latin typeface="Arial" pitchFamily="34" charset="0"/>
                <a:ea typeface="Arial" pitchFamily="34" charset="-122"/>
                <a:cs typeface="Arial" pitchFamily="34" charset="-120"/>
              </a:rPr>
              <a:t>Ma &gt; 1</a:t>
            </a:r>
            <a:endParaRPr lang="en-US" sz="2100" dirty="0"/>
          </a:p>
        </p:txBody>
      </p:sp>
      <p:sp>
        <p:nvSpPr>
          <p:cNvPr id="30" name="Shape 26"/>
          <p:cNvSpPr/>
          <p:nvPr/>
        </p:nvSpPr>
        <p:spPr>
          <a:xfrm>
            <a:off x="7370064" y="2286000"/>
            <a:ext cx="382219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31" name="Shape 27"/>
          <p:cNvSpPr/>
          <p:nvPr/>
        </p:nvSpPr>
        <p:spPr>
          <a:xfrm>
            <a:off x="7370064" y="228600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32" name="Text 28"/>
          <p:cNvSpPr/>
          <p:nvPr/>
        </p:nvSpPr>
        <p:spPr>
          <a:xfrm>
            <a:off x="7534656" y="2441448"/>
            <a:ext cx="349300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Sonic pressure</a:t>
            </a:r>
            <a:endParaRPr lang="en-US" sz="1700" dirty="0"/>
          </a:p>
        </p:txBody>
      </p:sp>
      <p:sp>
        <p:nvSpPr>
          <p:cNvPr id="33" name="Text 29"/>
          <p:cNvSpPr/>
          <p:nvPr/>
        </p:nvSpPr>
        <p:spPr>
          <a:xfrm>
            <a:off x="7534656" y="2916936"/>
            <a:ext cx="349300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1.248</a:t>
            </a:r>
            <a:endParaRPr lang="en-US" sz="3200" dirty="0"/>
          </a:p>
        </p:txBody>
      </p:sp>
      <p:sp>
        <p:nvSpPr>
          <p:cNvPr id="34" name="Text 30"/>
          <p:cNvSpPr/>
          <p:nvPr/>
        </p:nvSpPr>
        <p:spPr>
          <a:xfrm>
            <a:off x="7534656" y="3465576"/>
            <a:ext cx="349300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MPa</a:t>
            </a:r>
            <a:endParaRPr lang="en-US" sz="1300" dirty="0"/>
          </a:p>
        </p:txBody>
      </p:sp>
      <p:sp>
        <p:nvSpPr>
          <p:cNvPr id="35" name="Shape 31"/>
          <p:cNvSpPr/>
          <p:nvPr/>
        </p:nvSpPr>
        <p:spPr>
          <a:xfrm>
            <a:off x="7370064" y="3995928"/>
            <a:ext cx="382219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36" name="Shape 32"/>
          <p:cNvSpPr/>
          <p:nvPr/>
        </p:nvSpPr>
        <p:spPr>
          <a:xfrm>
            <a:off x="7370064" y="3995928"/>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37" name="Text 33"/>
          <p:cNvSpPr/>
          <p:nvPr/>
        </p:nvSpPr>
        <p:spPr>
          <a:xfrm>
            <a:off x="7534656" y="4151376"/>
            <a:ext cx="349300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Ideal outlet Mach</a:t>
            </a:r>
            <a:endParaRPr lang="en-US" sz="1700" dirty="0"/>
          </a:p>
        </p:txBody>
      </p:sp>
      <p:sp>
        <p:nvSpPr>
          <p:cNvPr id="38" name="Text 34"/>
          <p:cNvSpPr/>
          <p:nvPr/>
        </p:nvSpPr>
        <p:spPr>
          <a:xfrm>
            <a:off x="7534656" y="4626864"/>
            <a:ext cx="349300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1.640</a:t>
            </a:r>
            <a:endParaRPr lang="en-US" sz="3200" dirty="0"/>
          </a:p>
        </p:txBody>
      </p:sp>
      <p:sp>
        <p:nvSpPr>
          <p:cNvPr id="39" name="Text 35"/>
          <p:cNvSpPr/>
          <p:nvPr/>
        </p:nvSpPr>
        <p:spPr>
          <a:xfrm>
            <a:off x="7534656" y="5175504"/>
            <a:ext cx="349300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a:t>
            </a:r>
            <a:endParaRPr lang="en-US" sz="1300" dirty="0"/>
          </a:p>
        </p:txBody>
      </p:sp>
      <p:sp>
        <p:nvSpPr>
          <p:cNvPr id="40" name="Shape 36"/>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41" name="Text 37"/>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The model finds the sonic state from </a:t>
            </a:r>
            <a:r>
              <a:rPr lang="en-US" sz="1700">
                <a:solidFill>
                  <a:srgbClr val="003B66"/>
                </a:solidFill>
                <a:latin typeface="Arial" pitchFamily="34" charset="0"/>
                <a:ea typeface="Arial" pitchFamily="34" charset="-122"/>
                <a:cs typeface="Arial" pitchFamily="34" charset="-120"/>
              </a:rPr>
              <a:t>the real</a:t>
            </a:r>
            <a:r>
              <a:rPr lang="cs-CZ" sz="1700">
                <a:solidFill>
                  <a:srgbClr val="003B66"/>
                </a:solidFill>
                <a:latin typeface="Arial" pitchFamily="34" charset="0"/>
                <a:ea typeface="Arial" pitchFamily="34" charset="-122"/>
                <a:cs typeface="Arial" pitchFamily="34" charset="-120"/>
              </a:rPr>
              <a:t> </a:t>
            </a:r>
            <a:r>
              <a:rPr lang="en-US" sz="1700">
                <a:solidFill>
                  <a:srgbClr val="003B66"/>
                </a:solidFill>
                <a:latin typeface="Arial" pitchFamily="34" charset="0"/>
                <a:ea typeface="Arial" pitchFamily="34" charset="-122"/>
                <a:cs typeface="Arial" pitchFamily="34" charset="-120"/>
              </a:rPr>
              <a:t>fluid </a:t>
            </a:r>
            <a:r>
              <a:rPr lang="en-US" sz="1700" dirty="0">
                <a:solidFill>
                  <a:srgbClr val="003B66"/>
                </a:solidFill>
                <a:latin typeface="Arial" pitchFamily="34" charset="0"/>
                <a:ea typeface="Arial" pitchFamily="34" charset="-122"/>
                <a:cs typeface="Arial" pitchFamily="34" charset="-120"/>
              </a:rPr>
              <a:t>isentrope, not a fixed ideal-gas pressure ratio.</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work_slides/template_unzip/ppt/media/image1.jpeg"/>
          <p:cNvPicPr>
            <a:picLocks noChangeAspect="1"/>
          </p:cNvPicPr>
          <p:nvPr/>
        </p:nvPicPr>
        <p:blipFill>
          <a:blip r:embed="rId3"/>
          <a:stretch>
            <a:fillRect/>
          </a:stretch>
        </p:blipFill>
        <p:spPr>
          <a:xfrm>
            <a:off x="292608" y="200958"/>
            <a:ext cx="2240280" cy="677076"/>
          </a:xfrm>
          <a:prstGeom prst="rect">
            <a:avLst/>
          </a:prstGeom>
        </p:spPr>
      </p:pic>
      <p:sp>
        <p:nvSpPr>
          <p:cNvPr id="3" name="Text 0"/>
          <p:cNvSpPr/>
          <p:nvPr/>
        </p:nvSpPr>
        <p:spPr>
          <a:xfrm>
            <a:off x="9601200" y="237744"/>
            <a:ext cx="2103120" cy="219456"/>
          </a:xfrm>
          <a:prstGeom prst="rect">
            <a:avLst/>
          </a:prstGeom>
          <a:noFill/>
          <a:ln/>
        </p:spPr>
        <p:txBody>
          <a:bodyPr wrap="square" lIns="0" tIns="0" rIns="0" bIns="0" rtlCol="0" anchor="ctr"/>
          <a:lstStyle/>
          <a:p>
            <a:pPr marL="0" indent="0" algn="r">
              <a:buNone/>
            </a:pPr>
            <a:r>
              <a:rPr lang="en-US" sz="1000" b="1" kern="0" spc="120" dirty="0">
                <a:solidFill>
                  <a:srgbClr val="0065BD"/>
                </a:solidFill>
                <a:latin typeface="Arial" pitchFamily="34" charset="0"/>
                <a:ea typeface="Arial" pitchFamily="34" charset="-122"/>
                <a:cs typeface="Arial" pitchFamily="34" charset="-120"/>
              </a:rPr>
              <a:t>BLOCK B</a:t>
            </a:r>
            <a:endParaRPr lang="en-US" sz="1000" dirty="0"/>
          </a:p>
        </p:txBody>
      </p:sp>
      <p:sp>
        <p:nvSpPr>
          <p:cNvPr id="4" name="Text 1"/>
          <p:cNvSpPr/>
          <p:nvPr/>
        </p:nvSpPr>
        <p:spPr>
          <a:xfrm>
            <a:off x="1371600" y="1170432"/>
            <a:ext cx="10012680" cy="502920"/>
          </a:xfrm>
          <a:prstGeom prst="rect">
            <a:avLst/>
          </a:prstGeom>
          <a:noFill/>
          <a:ln/>
        </p:spPr>
        <p:txBody>
          <a:bodyPr wrap="square" lIns="0" tIns="0" rIns="0" bIns="0" rtlCol="0" anchor="ctr"/>
          <a:lstStyle/>
          <a:p>
            <a:pPr marL="0" indent="0">
              <a:buNone/>
            </a:pPr>
            <a:r>
              <a:rPr lang="en-US" sz="2900" dirty="0">
                <a:solidFill>
                  <a:srgbClr val="000000"/>
                </a:solidFill>
                <a:latin typeface="Arial" pitchFamily="34" charset="0"/>
                <a:ea typeface="Arial" pitchFamily="34" charset="-122"/>
                <a:cs typeface="Arial" pitchFamily="34" charset="-120"/>
              </a:rPr>
              <a:t>Quasi-1D nozzle path and choking</a:t>
            </a:r>
            <a:endParaRPr lang="en-US" sz="2900" dirty="0"/>
          </a:p>
        </p:txBody>
      </p:sp>
      <p:sp>
        <p:nvSpPr>
          <p:cNvPr id="5" name="Shape 2"/>
          <p:cNvSpPr/>
          <p:nvPr/>
        </p:nvSpPr>
        <p:spPr>
          <a:xfrm>
            <a:off x="1371600" y="1755648"/>
            <a:ext cx="10195560" cy="0"/>
          </a:xfrm>
          <a:prstGeom prst="line">
            <a:avLst/>
          </a:prstGeom>
          <a:noFill/>
          <a:ln w="15240">
            <a:solidFill>
              <a:srgbClr val="D9E4EC"/>
            </a:solidFill>
            <a:prstDash val="solid"/>
          </a:ln>
        </p:spPr>
        <p:txBody>
          <a:bodyPr/>
          <a:lstStyle/>
          <a:p>
            <a:endParaRPr lang="en-US"/>
          </a:p>
        </p:txBody>
      </p:sp>
      <p:sp>
        <p:nvSpPr>
          <p:cNvPr id="6" name="Text 3"/>
          <p:cNvSpPr/>
          <p:nvPr/>
        </p:nvSpPr>
        <p:spPr>
          <a:xfrm>
            <a:off x="384048" y="6510528"/>
            <a:ext cx="320040" cy="164592"/>
          </a:xfrm>
          <a:prstGeom prst="rect">
            <a:avLst/>
          </a:prstGeom>
          <a:noFill/>
          <a:ln/>
        </p:spPr>
        <p:txBody>
          <a:bodyPr wrap="square" lIns="0" tIns="0" rIns="0" bIns="0" rtlCol="0" anchor="ctr"/>
          <a:lstStyle/>
          <a:p>
            <a:pPr marL="0" indent="0">
              <a:buNone/>
            </a:pPr>
            <a:r>
              <a:rPr lang="en-US" sz="900" dirty="0">
                <a:solidFill>
                  <a:srgbClr val="0065BD"/>
                </a:solidFill>
                <a:latin typeface="Arial" pitchFamily="34" charset="0"/>
                <a:ea typeface="Arial" pitchFamily="34" charset="-122"/>
                <a:cs typeface="Arial" pitchFamily="34" charset="-120"/>
              </a:rPr>
              <a:t>12</a:t>
            </a:r>
            <a:endParaRPr lang="en-US" sz="900" dirty="0"/>
          </a:p>
        </p:txBody>
      </p:sp>
      <p:sp>
        <p:nvSpPr>
          <p:cNvPr id="7" name="Text 4"/>
          <p:cNvSpPr/>
          <p:nvPr/>
        </p:nvSpPr>
        <p:spPr>
          <a:xfrm>
            <a:off x="8686800" y="6473952"/>
            <a:ext cx="3017520" cy="182880"/>
          </a:xfrm>
          <a:prstGeom prst="rect">
            <a:avLst/>
          </a:prstGeom>
          <a:noFill/>
          <a:ln/>
        </p:spPr>
        <p:txBody>
          <a:bodyPr wrap="square" lIns="0" tIns="0" rIns="0" bIns="0" rtlCol="0" anchor="ctr"/>
          <a:lstStyle/>
          <a:p>
            <a:pPr marL="0" indent="0" algn="r">
              <a:buNone/>
            </a:pPr>
            <a:r>
              <a:rPr lang="en-US" sz="850" dirty="0">
                <a:solidFill>
                  <a:srgbClr val="7A8B9A"/>
                </a:solidFill>
                <a:latin typeface="Arial" pitchFamily="34" charset="0"/>
                <a:ea typeface="Arial" pitchFamily="34" charset="-122"/>
                <a:cs typeface="Arial" pitchFamily="34" charset="-120"/>
              </a:rPr>
              <a:t>KCORC Summer School 2026</a:t>
            </a:r>
            <a:endParaRPr lang="en-US" sz="8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9360" y="2514600"/>
            <a:ext cx="4389120" cy="1828800"/>
          </a:xfrm>
          <a:prstGeom prst="rect">
            <a:avLst/>
          </a:prstGeom>
        </p:spPr>
      </p:pic>
      <p:sp>
        <p:nvSpPr>
          <p:cNvPr id="9" name="Shape 5"/>
          <p:cNvSpPr/>
          <p:nvPr/>
        </p:nvSpPr>
        <p:spPr>
          <a:xfrm>
            <a:off x="1275080" y="3429000"/>
            <a:ext cx="4251960" cy="0"/>
          </a:xfrm>
          <a:prstGeom prst="line">
            <a:avLst/>
          </a:prstGeom>
          <a:noFill/>
          <a:ln w="12700">
            <a:solidFill>
              <a:srgbClr val="697B8C"/>
            </a:solidFill>
            <a:prstDash val="solid"/>
          </a:ln>
        </p:spPr>
        <p:txBody>
          <a:bodyPr/>
          <a:lstStyle/>
          <a:p>
            <a:endParaRPr lang="en-US"/>
          </a:p>
        </p:txBody>
      </p:sp>
      <p:sp>
        <p:nvSpPr>
          <p:cNvPr id="10" name="Text 6"/>
          <p:cNvSpPr/>
          <p:nvPr/>
        </p:nvSpPr>
        <p:spPr>
          <a:xfrm>
            <a:off x="1412240" y="4498848"/>
            <a:ext cx="1280160" cy="201168"/>
          </a:xfrm>
          <a:prstGeom prst="rect">
            <a:avLst/>
          </a:prstGeom>
          <a:noFill/>
          <a:ln/>
        </p:spPr>
        <p:txBody>
          <a:bodyPr wrap="square" lIns="0" tIns="0" rIns="0" bIns="0" rtlCol="0" anchor="ctr"/>
          <a:lstStyle/>
          <a:p>
            <a:pPr marL="0" indent="0" algn="ctr">
              <a:buNone/>
            </a:pPr>
            <a:r>
              <a:rPr lang="en-US" sz="1200" dirty="0">
                <a:solidFill>
                  <a:srgbClr val="697B8C"/>
                </a:solidFill>
                <a:latin typeface="Arial" pitchFamily="34" charset="0"/>
                <a:ea typeface="Arial" pitchFamily="34" charset="-122"/>
                <a:cs typeface="Arial" pitchFamily="34" charset="-120"/>
              </a:rPr>
              <a:t>convergent</a:t>
            </a:r>
            <a:endParaRPr lang="en-US" sz="1200" dirty="0"/>
          </a:p>
        </p:txBody>
      </p:sp>
      <p:sp>
        <p:nvSpPr>
          <p:cNvPr id="11" name="Text 7"/>
          <p:cNvSpPr/>
          <p:nvPr/>
        </p:nvSpPr>
        <p:spPr>
          <a:xfrm>
            <a:off x="3195320" y="4498848"/>
            <a:ext cx="731520" cy="201168"/>
          </a:xfrm>
          <a:prstGeom prst="rect">
            <a:avLst/>
          </a:prstGeom>
          <a:noFill/>
          <a:ln/>
        </p:spPr>
        <p:txBody>
          <a:bodyPr wrap="square" lIns="0" tIns="0" rIns="0" bIns="0" rtlCol="0" anchor="ctr"/>
          <a:lstStyle/>
          <a:p>
            <a:pPr marL="0" indent="0" algn="ctr">
              <a:buNone/>
            </a:pPr>
            <a:r>
              <a:rPr lang="en-US" sz="1200" b="1" dirty="0">
                <a:solidFill>
                  <a:srgbClr val="F26B43"/>
                </a:solidFill>
                <a:latin typeface="Arial" pitchFamily="34" charset="0"/>
                <a:ea typeface="Arial" pitchFamily="34" charset="-122"/>
                <a:cs typeface="Arial" pitchFamily="34" charset="-120"/>
              </a:rPr>
              <a:t>throat</a:t>
            </a:r>
            <a:endParaRPr lang="en-US" sz="1200" dirty="0"/>
          </a:p>
        </p:txBody>
      </p:sp>
      <p:sp>
        <p:nvSpPr>
          <p:cNvPr id="12" name="Text 8"/>
          <p:cNvSpPr/>
          <p:nvPr/>
        </p:nvSpPr>
        <p:spPr>
          <a:xfrm>
            <a:off x="4201160" y="4498848"/>
            <a:ext cx="1234440" cy="201168"/>
          </a:xfrm>
          <a:prstGeom prst="rect">
            <a:avLst/>
          </a:prstGeom>
          <a:noFill/>
          <a:ln/>
        </p:spPr>
        <p:txBody>
          <a:bodyPr wrap="square" lIns="0" tIns="0" rIns="0" bIns="0" rtlCol="0" anchor="ctr"/>
          <a:lstStyle/>
          <a:p>
            <a:pPr marL="0" indent="0" algn="ctr">
              <a:buNone/>
            </a:pPr>
            <a:r>
              <a:rPr lang="en-US" sz="1200" dirty="0">
                <a:solidFill>
                  <a:srgbClr val="697B8C"/>
                </a:solidFill>
                <a:latin typeface="Arial" pitchFamily="34" charset="0"/>
                <a:ea typeface="Arial" pitchFamily="34" charset="-122"/>
                <a:cs typeface="Arial" pitchFamily="34" charset="-120"/>
              </a:rPr>
              <a:t>divergent</a:t>
            </a:r>
            <a:endParaRPr lang="en-US" sz="1200" dirty="0"/>
          </a:p>
        </p:txBody>
      </p:sp>
      <p:sp>
        <p:nvSpPr>
          <p:cNvPr id="13" name="Shape 9"/>
          <p:cNvSpPr/>
          <p:nvPr/>
        </p:nvSpPr>
        <p:spPr>
          <a:xfrm>
            <a:off x="1457960" y="3218688"/>
            <a:ext cx="502920" cy="411480"/>
          </a:xfrm>
          <a:prstGeom prst="chevron">
            <a:avLst/>
          </a:prstGeom>
          <a:solidFill>
            <a:srgbClr val="0065BD"/>
          </a:solidFill>
          <a:ln w="12700">
            <a:solidFill>
              <a:srgbClr val="0065BD"/>
            </a:solidFill>
            <a:prstDash val="solid"/>
          </a:ln>
        </p:spPr>
        <p:txBody>
          <a:bodyPr/>
          <a:lstStyle/>
          <a:p>
            <a:endParaRPr lang="en-US"/>
          </a:p>
        </p:txBody>
      </p:sp>
      <p:sp>
        <p:nvSpPr>
          <p:cNvPr id="14" name="Shape 10"/>
          <p:cNvSpPr/>
          <p:nvPr/>
        </p:nvSpPr>
        <p:spPr>
          <a:xfrm>
            <a:off x="2372360" y="3163824"/>
            <a:ext cx="640080" cy="502920"/>
          </a:xfrm>
          <a:prstGeom prst="chevron">
            <a:avLst/>
          </a:prstGeom>
          <a:solidFill>
            <a:srgbClr val="0065BD"/>
          </a:solidFill>
          <a:ln w="12700">
            <a:solidFill>
              <a:srgbClr val="0065BD"/>
            </a:solidFill>
            <a:prstDash val="solid"/>
          </a:ln>
        </p:spPr>
        <p:txBody>
          <a:bodyPr/>
          <a:lstStyle/>
          <a:p>
            <a:endParaRPr lang="en-US"/>
          </a:p>
        </p:txBody>
      </p:sp>
      <p:sp>
        <p:nvSpPr>
          <p:cNvPr id="15" name="Shape 11"/>
          <p:cNvSpPr/>
          <p:nvPr/>
        </p:nvSpPr>
        <p:spPr>
          <a:xfrm>
            <a:off x="3286760" y="3090672"/>
            <a:ext cx="868680" cy="640080"/>
          </a:xfrm>
          <a:prstGeom prst="chevron">
            <a:avLst/>
          </a:prstGeom>
          <a:solidFill>
            <a:srgbClr val="F26B43"/>
          </a:solidFill>
          <a:ln w="12700">
            <a:solidFill>
              <a:srgbClr val="F26B43"/>
            </a:solidFill>
            <a:prstDash val="solid"/>
          </a:ln>
        </p:spPr>
        <p:txBody>
          <a:bodyPr/>
          <a:lstStyle/>
          <a:p>
            <a:endParaRPr lang="en-US"/>
          </a:p>
        </p:txBody>
      </p:sp>
      <p:sp>
        <p:nvSpPr>
          <p:cNvPr id="16" name="Shape 12"/>
          <p:cNvSpPr/>
          <p:nvPr/>
        </p:nvSpPr>
        <p:spPr>
          <a:xfrm>
            <a:off x="4384040" y="2999232"/>
            <a:ext cx="1051560" cy="822960"/>
          </a:xfrm>
          <a:prstGeom prst="chevron">
            <a:avLst/>
          </a:prstGeom>
          <a:solidFill>
            <a:srgbClr val="2E7D32"/>
          </a:solidFill>
          <a:ln w="12700">
            <a:solidFill>
              <a:srgbClr val="2E7D32"/>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67120" y="2701517"/>
            <a:ext cx="3840480" cy="658368"/>
          </a:xfrm>
          <a:prstGeom prst="rect">
            <a:avLst/>
          </a:prstGeom>
        </p:spPr>
      </p:pic>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1308" y="3630168"/>
            <a:ext cx="1989165" cy="561820"/>
          </a:xfrm>
          <a:prstGeom prst="rect">
            <a:avLst/>
          </a:prstGeom>
        </p:spPr>
      </p:pic>
      <p:pic>
        <p:nvPicPr>
          <p:cNvPr id="19"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31712" y="4496326"/>
            <a:ext cx="3414684" cy="269148"/>
          </a:xfrm>
          <a:prstGeom prst="rect">
            <a:avLst/>
          </a:prstGeom>
        </p:spPr>
      </p:pic>
    </p:spTree>
    <p:extLst>
      <p:ext uri="{BB962C8B-B14F-4D97-AF65-F5344CB8AC3E}">
        <p14:creationId xmlns:p14="http://schemas.microsoft.com/office/powerpoint/2010/main" val="23832909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SUPPLIED LOSS MODEL</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RUN ONLY</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B — A real nozzle converts less of the head into jet speed</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J11</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06251" y="2286000"/>
            <a:ext cx="6792402" cy="777240"/>
          </a:xfrm>
          <a:prstGeom prst="rect">
            <a:avLst/>
          </a:prstGeom>
        </p:spPr>
      </p:pic>
      <p:sp>
        <p:nvSpPr>
          <p:cNvPr id="13" name="Shape 8"/>
          <p:cNvSpPr/>
          <p:nvPr/>
        </p:nvSpPr>
        <p:spPr>
          <a:xfrm>
            <a:off x="960120" y="3456432"/>
            <a:ext cx="3218688"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4" name="Shape 9"/>
          <p:cNvSpPr/>
          <p:nvPr/>
        </p:nvSpPr>
        <p:spPr>
          <a:xfrm>
            <a:off x="960120" y="3456432"/>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5" name="Text 10"/>
          <p:cNvSpPr/>
          <p:nvPr/>
        </p:nvSpPr>
        <p:spPr>
          <a:xfrm>
            <a:off x="1124712" y="3611880"/>
            <a:ext cx="2889504"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Nozzle coefficient</a:t>
            </a:r>
            <a:endParaRPr lang="en-US" sz="1700" dirty="0"/>
          </a:p>
        </p:txBody>
      </p:sp>
      <p:sp>
        <p:nvSpPr>
          <p:cNvPr id="16" name="Text 11"/>
          <p:cNvSpPr/>
          <p:nvPr/>
        </p:nvSpPr>
        <p:spPr>
          <a:xfrm>
            <a:off x="1124712" y="4087368"/>
            <a:ext cx="2889504"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0.918</a:t>
            </a:r>
            <a:endParaRPr lang="en-US" sz="3200" dirty="0"/>
          </a:p>
        </p:txBody>
      </p:sp>
      <p:sp>
        <p:nvSpPr>
          <p:cNvPr id="17" name="Text 12"/>
          <p:cNvSpPr/>
          <p:nvPr/>
        </p:nvSpPr>
        <p:spPr>
          <a:xfrm>
            <a:off x="1124712" y="4636008"/>
            <a:ext cx="2889504"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phi_s</a:t>
            </a:r>
            <a:endParaRPr lang="en-US" sz="1300" dirty="0"/>
          </a:p>
        </p:txBody>
      </p:sp>
      <p:sp>
        <p:nvSpPr>
          <p:cNvPr id="18" name="Shape 13"/>
          <p:cNvSpPr/>
          <p:nvPr/>
        </p:nvSpPr>
        <p:spPr>
          <a:xfrm>
            <a:off x="4517136" y="3456432"/>
            <a:ext cx="3218688"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9" name="Shape 14"/>
          <p:cNvSpPr/>
          <p:nvPr/>
        </p:nvSpPr>
        <p:spPr>
          <a:xfrm>
            <a:off x="4517136" y="3456432"/>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0" name="Text 15"/>
          <p:cNvSpPr/>
          <p:nvPr/>
        </p:nvSpPr>
        <p:spPr>
          <a:xfrm>
            <a:off x="4681728" y="3611880"/>
            <a:ext cx="2889504"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Loss-adjusted velocity</a:t>
            </a:r>
            <a:endParaRPr lang="en-US" sz="1700" dirty="0"/>
          </a:p>
        </p:txBody>
      </p:sp>
      <p:sp>
        <p:nvSpPr>
          <p:cNvPr id="21" name="Text 16"/>
          <p:cNvSpPr/>
          <p:nvPr/>
        </p:nvSpPr>
        <p:spPr>
          <a:xfrm>
            <a:off x="4681728" y="4087368"/>
            <a:ext cx="2889504"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220.4</a:t>
            </a:r>
            <a:endParaRPr lang="en-US" sz="3200" dirty="0"/>
          </a:p>
        </p:txBody>
      </p:sp>
      <p:sp>
        <p:nvSpPr>
          <p:cNvPr id="22" name="Text 17"/>
          <p:cNvSpPr/>
          <p:nvPr/>
        </p:nvSpPr>
        <p:spPr>
          <a:xfrm>
            <a:off x="4681728" y="4636008"/>
            <a:ext cx="2889504"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m/s</a:t>
            </a:r>
            <a:endParaRPr lang="en-US" sz="1300" dirty="0"/>
          </a:p>
        </p:txBody>
      </p:sp>
      <p:sp>
        <p:nvSpPr>
          <p:cNvPr id="23" name="Shape 18"/>
          <p:cNvSpPr/>
          <p:nvPr/>
        </p:nvSpPr>
        <p:spPr>
          <a:xfrm>
            <a:off x="8074152" y="3456432"/>
            <a:ext cx="3218688"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4" name="Shape 19"/>
          <p:cNvSpPr/>
          <p:nvPr/>
        </p:nvSpPr>
        <p:spPr>
          <a:xfrm>
            <a:off x="8074152" y="3456432"/>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5" name="Text 20"/>
          <p:cNvSpPr/>
          <p:nvPr/>
        </p:nvSpPr>
        <p:spPr>
          <a:xfrm>
            <a:off x="8238744" y="3611880"/>
            <a:ext cx="2889504"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Loss-adjusted Mach</a:t>
            </a:r>
            <a:endParaRPr lang="en-US" sz="1700" dirty="0"/>
          </a:p>
        </p:txBody>
      </p:sp>
      <p:sp>
        <p:nvSpPr>
          <p:cNvPr id="26" name="Text 21"/>
          <p:cNvSpPr/>
          <p:nvPr/>
        </p:nvSpPr>
        <p:spPr>
          <a:xfrm>
            <a:off x="8238744" y="4087368"/>
            <a:ext cx="2889504"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1.490</a:t>
            </a:r>
            <a:endParaRPr lang="en-US" sz="3200" dirty="0"/>
          </a:p>
        </p:txBody>
      </p:sp>
      <p:sp>
        <p:nvSpPr>
          <p:cNvPr id="27" name="Text 22"/>
          <p:cNvSpPr/>
          <p:nvPr/>
        </p:nvSpPr>
        <p:spPr>
          <a:xfrm>
            <a:off x="8238744" y="4636008"/>
            <a:ext cx="2889504"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a:t>
            </a:r>
            <a:endParaRPr lang="en-US" sz="1300" dirty="0"/>
          </a:p>
        </p:txBody>
      </p:sp>
      <p:sp>
        <p:nvSpPr>
          <p:cNvPr id="29" name="Shape 24"/>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30" name="Text 25"/>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The empirical coefficient is provided</a:t>
            </a:r>
            <a:r>
              <a:rPr lang="en-US" sz="1700">
                <a:solidFill>
                  <a:srgbClr val="003B66"/>
                </a:solidFill>
                <a:latin typeface="Arial" pitchFamily="34" charset="0"/>
                <a:ea typeface="Arial" pitchFamily="34" charset="-122"/>
                <a:cs typeface="Arial" pitchFamily="34" charset="-120"/>
              </a:rPr>
              <a:t>. </a:t>
            </a:r>
            <a:r>
              <a:rPr lang="cs-CZ" sz="1700">
                <a:solidFill>
                  <a:srgbClr val="003B66"/>
                </a:solidFill>
                <a:latin typeface="Arial" pitchFamily="34" charset="0"/>
                <a:ea typeface="Arial" pitchFamily="34" charset="-122"/>
                <a:cs typeface="Arial" pitchFamily="34" charset="-120"/>
              </a:rPr>
              <a:t>There are many other options to account for losses</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82D63-1CAC-0196-0291-55A89D13DCF1}"/>
            </a:ext>
          </a:extLst>
        </p:cNvPr>
        <p:cNvGrpSpPr/>
        <p:nvPr/>
      </p:nvGrpSpPr>
      <p:grpSpPr>
        <a:xfrm>
          <a:off x="0" y="0"/>
          <a:ext cx="0" cy="0"/>
          <a:chOff x="0" y="0"/>
          <a:chExt cx="0" cy="0"/>
        </a:xfrm>
      </p:grpSpPr>
      <p:pic>
        <p:nvPicPr>
          <p:cNvPr id="2" name="Image 0" descr="/mnt/data/work_slides/template_unzip/ppt/media/image1.jpeg">
            <a:extLst>
              <a:ext uri="{FF2B5EF4-FFF2-40B4-BE49-F238E27FC236}">
                <a16:creationId xmlns:a16="http://schemas.microsoft.com/office/drawing/2014/main" id="{DA6BCB25-ECFC-04EB-0438-7AECCCC7D268}"/>
              </a:ext>
            </a:extLst>
          </p:cNvPr>
          <p:cNvPicPr>
            <a:picLocks noChangeAspect="1"/>
          </p:cNvPicPr>
          <p:nvPr/>
        </p:nvPicPr>
        <p:blipFill>
          <a:blip r:embed="rId3"/>
          <a:stretch>
            <a:fillRect/>
          </a:stretch>
        </p:blipFill>
        <p:spPr>
          <a:xfrm>
            <a:off x="292608" y="200958"/>
            <a:ext cx="2240280" cy="677076"/>
          </a:xfrm>
          <a:prstGeom prst="rect">
            <a:avLst/>
          </a:prstGeom>
        </p:spPr>
      </p:pic>
      <p:sp>
        <p:nvSpPr>
          <p:cNvPr id="3" name="Text 0">
            <a:extLst>
              <a:ext uri="{FF2B5EF4-FFF2-40B4-BE49-F238E27FC236}">
                <a16:creationId xmlns:a16="http://schemas.microsoft.com/office/drawing/2014/main" id="{C4CD04DB-9872-3E47-7D89-F2C317D06F86}"/>
              </a:ext>
            </a:extLst>
          </p:cNvPr>
          <p:cNvSpPr/>
          <p:nvPr/>
        </p:nvSpPr>
        <p:spPr>
          <a:xfrm>
            <a:off x="9601200" y="237744"/>
            <a:ext cx="2103120" cy="219456"/>
          </a:xfrm>
          <a:prstGeom prst="rect">
            <a:avLst/>
          </a:prstGeom>
          <a:noFill/>
          <a:ln/>
        </p:spPr>
        <p:txBody>
          <a:bodyPr wrap="square" lIns="0" tIns="0" rIns="0" bIns="0" rtlCol="0" anchor="ctr"/>
          <a:lstStyle/>
          <a:p>
            <a:pPr marL="0" indent="0" algn="r">
              <a:buNone/>
            </a:pPr>
            <a:r>
              <a:rPr lang="en-US" sz="1000" b="1" kern="0" spc="120" dirty="0">
                <a:solidFill>
                  <a:srgbClr val="0065BD"/>
                </a:solidFill>
                <a:latin typeface="Arial" pitchFamily="34" charset="0"/>
                <a:ea typeface="Arial" pitchFamily="34" charset="-122"/>
                <a:cs typeface="Arial" pitchFamily="34" charset="-120"/>
              </a:rPr>
              <a:t>BLOCK B</a:t>
            </a:r>
            <a:endParaRPr lang="en-US" sz="1000" dirty="0"/>
          </a:p>
        </p:txBody>
      </p:sp>
      <p:sp>
        <p:nvSpPr>
          <p:cNvPr id="4" name="Text 1">
            <a:extLst>
              <a:ext uri="{FF2B5EF4-FFF2-40B4-BE49-F238E27FC236}">
                <a16:creationId xmlns:a16="http://schemas.microsoft.com/office/drawing/2014/main" id="{6F294098-6E6A-EE03-79A9-D6A80D1899FF}"/>
              </a:ext>
            </a:extLst>
          </p:cNvPr>
          <p:cNvSpPr/>
          <p:nvPr/>
        </p:nvSpPr>
        <p:spPr>
          <a:xfrm>
            <a:off x="1371600" y="1170432"/>
            <a:ext cx="10012680" cy="502920"/>
          </a:xfrm>
          <a:prstGeom prst="rect">
            <a:avLst/>
          </a:prstGeom>
          <a:noFill/>
          <a:ln/>
        </p:spPr>
        <p:txBody>
          <a:bodyPr wrap="square" lIns="0" tIns="0" rIns="0" bIns="0" rtlCol="0" anchor="ctr"/>
          <a:lstStyle/>
          <a:p>
            <a:pPr marL="0" indent="0">
              <a:buNone/>
            </a:pPr>
            <a:r>
              <a:rPr lang="cs-CZ" sz="2900">
                <a:solidFill>
                  <a:srgbClr val="000000"/>
                </a:solidFill>
                <a:latin typeface="Arial" pitchFamily="34" charset="0"/>
                <a:ea typeface="Arial" pitchFamily="34" charset="-122"/>
                <a:cs typeface="Arial" pitchFamily="34" charset="-120"/>
              </a:rPr>
              <a:t>Full nozzle geometric design – method of characteristics</a:t>
            </a:r>
            <a:endParaRPr lang="en-US" sz="2900" dirty="0"/>
          </a:p>
        </p:txBody>
      </p:sp>
      <p:sp>
        <p:nvSpPr>
          <p:cNvPr id="5" name="Shape 2">
            <a:extLst>
              <a:ext uri="{FF2B5EF4-FFF2-40B4-BE49-F238E27FC236}">
                <a16:creationId xmlns:a16="http://schemas.microsoft.com/office/drawing/2014/main" id="{BB11C90F-BCA3-492E-5F9B-9963D01DD543}"/>
              </a:ext>
            </a:extLst>
          </p:cNvPr>
          <p:cNvSpPr/>
          <p:nvPr/>
        </p:nvSpPr>
        <p:spPr>
          <a:xfrm>
            <a:off x="1371600" y="1755648"/>
            <a:ext cx="10195560" cy="0"/>
          </a:xfrm>
          <a:prstGeom prst="line">
            <a:avLst/>
          </a:prstGeom>
          <a:noFill/>
          <a:ln w="15240">
            <a:solidFill>
              <a:srgbClr val="D9E4EC"/>
            </a:solidFill>
            <a:prstDash val="solid"/>
          </a:ln>
        </p:spPr>
        <p:txBody>
          <a:bodyPr/>
          <a:lstStyle/>
          <a:p>
            <a:endParaRPr lang="en-US"/>
          </a:p>
        </p:txBody>
      </p:sp>
      <p:sp>
        <p:nvSpPr>
          <p:cNvPr id="6" name="Text 3">
            <a:extLst>
              <a:ext uri="{FF2B5EF4-FFF2-40B4-BE49-F238E27FC236}">
                <a16:creationId xmlns:a16="http://schemas.microsoft.com/office/drawing/2014/main" id="{19365FE9-918E-2FA4-F83D-5419ABD3F1C6}"/>
              </a:ext>
            </a:extLst>
          </p:cNvPr>
          <p:cNvSpPr/>
          <p:nvPr/>
        </p:nvSpPr>
        <p:spPr>
          <a:xfrm>
            <a:off x="384048" y="6510528"/>
            <a:ext cx="320040" cy="164592"/>
          </a:xfrm>
          <a:prstGeom prst="rect">
            <a:avLst/>
          </a:prstGeom>
          <a:noFill/>
          <a:ln/>
        </p:spPr>
        <p:txBody>
          <a:bodyPr wrap="square" lIns="0" tIns="0" rIns="0" bIns="0" rtlCol="0" anchor="ctr"/>
          <a:lstStyle/>
          <a:p>
            <a:pPr marL="0" indent="0">
              <a:buNone/>
            </a:pPr>
            <a:r>
              <a:rPr lang="en-US" sz="900" dirty="0">
                <a:solidFill>
                  <a:srgbClr val="0065BD"/>
                </a:solidFill>
                <a:latin typeface="Arial" pitchFamily="34" charset="0"/>
                <a:ea typeface="Arial" pitchFamily="34" charset="-122"/>
                <a:cs typeface="Arial" pitchFamily="34" charset="-120"/>
              </a:rPr>
              <a:t>12</a:t>
            </a:r>
            <a:endParaRPr lang="en-US" sz="900" dirty="0"/>
          </a:p>
        </p:txBody>
      </p:sp>
      <p:sp>
        <p:nvSpPr>
          <p:cNvPr id="7" name="Text 4">
            <a:extLst>
              <a:ext uri="{FF2B5EF4-FFF2-40B4-BE49-F238E27FC236}">
                <a16:creationId xmlns:a16="http://schemas.microsoft.com/office/drawing/2014/main" id="{01D231E5-8B8E-AE39-7428-4B3F094F48D7}"/>
              </a:ext>
            </a:extLst>
          </p:cNvPr>
          <p:cNvSpPr/>
          <p:nvPr/>
        </p:nvSpPr>
        <p:spPr>
          <a:xfrm>
            <a:off x="8686800" y="6473952"/>
            <a:ext cx="3017520" cy="182880"/>
          </a:xfrm>
          <a:prstGeom prst="rect">
            <a:avLst/>
          </a:prstGeom>
          <a:noFill/>
          <a:ln/>
        </p:spPr>
        <p:txBody>
          <a:bodyPr wrap="square" lIns="0" tIns="0" rIns="0" bIns="0" rtlCol="0" anchor="ctr"/>
          <a:lstStyle/>
          <a:p>
            <a:pPr marL="0" indent="0" algn="r">
              <a:buNone/>
            </a:pPr>
            <a:r>
              <a:rPr lang="en-US" sz="850" dirty="0">
                <a:solidFill>
                  <a:srgbClr val="7A8B9A"/>
                </a:solidFill>
                <a:latin typeface="Arial" pitchFamily="34" charset="0"/>
                <a:ea typeface="Arial" pitchFamily="34" charset="-122"/>
                <a:cs typeface="Arial" pitchFamily="34" charset="-120"/>
              </a:rPr>
              <a:t>KCORC Summer School 2026</a:t>
            </a:r>
            <a:endParaRPr lang="en-US" sz="850" dirty="0"/>
          </a:p>
        </p:txBody>
      </p:sp>
      <p:pic>
        <p:nvPicPr>
          <p:cNvPr id="26" name="Picture 25">
            <a:extLst>
              <a:ext uri="{FF2B5EF4-FFF2-40B4-BE49-F238E27FC236}">
                <a16:creationId xmlns:a16="http://schemas.microsoft.com/office/drawing/2014/main" id="{E88CB742-89EC-EE3B-3B9F-D808126F9065}"/>
              </a:ext>
            </a:extLst>
          </p:cNvPr>
          <p:cNvPicPr>
            <a:picLocks noChangeAspect="1"/>
          </p:cNvPicPr>
          <p:nvPr/>
        </p:nvPicPr>
        <p:blipFill>
          <a:blip r:embed="rId4"/>
          <a:stretch>
            <a:fillRect/>
          </a:stretch>
        </p:blipFill>
        <p:spPr>
          <a:xfrm>
            <a:off x="1991609" y="2349619"/>
            <a:ext cx="6695191" cy="4042036"/>
          </a:xfrm>
          <a:prstGeom prst="rect">
            <a:avLst/>
          </a:prstGeom>
        </p:spPr>
      </p:pic>
    </p:spTree>
    <p:extLst>
      <p:ext uri="{BB962C8B-B14F-4D97-AF65-F5344CB8AC3E}">
        <p14:creationId xmlns:p14="http://schemas.microsoft.com/office/powerpoint/2010/main" val="176739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EQUATION → PYTHON 3</a:t>
            </a:r>
            <a:endParaRPr lang="en-US" sz="1100" dirty="0"/>
          </a:p>
        </p:txBody>
      </p:sp>
      <p:sp>
        <p:nvSpPr>
          <p:cNvPr id="4" name="Shape 1"/>
          <p:cNvSpPr/>
          <p:nvPr/>
        </p:nvSpPr>
        <p:spPr>
          <a:xfrm>
            <a:off x="9354312" y="704088"/>
            <a:ext cx="2075688" cy="292608"/>
          </a:xfrm>
          <a:prstGeom prst="rect">
            <a:avLst/>
          </a:prstGeom>
          <a:solidFill>
            <a:srgbClr val="C97421"/>
          </a:solidFill>
          <a:ln w="12700">
            <a:solidFill>
              <a:srgbClr val="C9742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TRY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B — Use continuity twice to size the nozzle</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J12</a:t>
            </a:r>
            <a:endParaRPr lang="en-US" sz="1000" dirty="0"/>
          </a:p>
        </p:txBody>
      </p:sp>
      <p:sp>
        <p:nvSpPr>
          <p:cNvPr id="9" name="Text 6"/>
          <p:cNvSpPr/>
          <p:nvPr/>
        </p:nvSpPr>
        <p:spPr>
          <a:xfrm>
            <a:off x="1307592" y="6451092"/>
            <a:ext cx="8046720" cy="310896"/>
          </a:xfrm>
          <a:prstGeom prst="rect">
            <a:avLst/>
          </a:prstGeom>
          <a:noFill/>
          <a:ln/>
        </p:spPr>
        <p:txBody>
          <a:bodyPr wrap="square" lIns="0" tIns="0" rIns="0" bIns="0" rtlCol="0" anchor="ctr"/>
          <a:lstStyle/>
          <a:p>
            <a:pPr marL="0" indent="0">
              <a:buNone/>
            </a:pPr>
            <a:r>
              <a:rPr lang="en-US" sz="900" dirty="0">
                <a:solidFill>
                  <a:srgbClr val="576A79"/>
                </a:solidFill>
                <a:latin typeface="Arial" pitchFamily="34" charset="0"/>
                <a:ea typeface="Arial" pitchFamily="34" charset="-122"/>
                <a:cs typeface="Arial" pitchFamily="34" charset="-120"/>
              </a:rPr>
              <a:t>Notebook: Continuity and nozzle area | three EDIT HERE expressions</a:t>
            </a:r>
            <a:endParaRPr lang="en-US" sz="9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18788" y="2276856"/>
            <a:ext cx="4078224" cy="822960"/>
          </a:xfrm>
          <a:prstGeom prst="rect">
            <a:avLst/>
          </a:prstGeom>
        </p:spPr>
      </p:pic>
      <p:sp>
        <p:nvSpPr>
          <p:cNvPr id="13" name="Shape 8"/>
          <p:cNvSpPr/>
          <p:nvPr/>
        </p:nvSpPr>
        <p:spPr>
          <a:xfrm>
            <a:off x="941832" y="3538728"/>
            <a:ext cx="4992624" cy="1801368"/>
          </a:xfrm>
          <a:prstGeom prst="rect">
            <a:avLst/>
          </a:prstGeom>
          <a:solidFill>
            <a:srgbClr val="F2F5F7"/>
          </a:solidFill>
          <a:ln w="12700">
            <a:solidFill>
              <a:srgbClr val="F2F5F7">
                <a:alpha val="0"/>
              </a:srgbClr>
            </a:solidFill>
            <a:prstDash val="solid"/>
          </a:ln>
        </p:spPr>
        <p:txBody>
          <a:bodyPr/>
          <a:lstStyle/>
          <a:p>
            <a:endParaRPr lang="en-US"/>
          </a:p>
        </p:txBody>
      </p:sp>
      <p:sp>
        <p:nvSpPr>
          <p:cNvPr id="14" name="Shape 9"/>
          <p:cNvSpPr/>
          <p:nvPr/>
        </p:nvSpPr>
        <p:spPr>
          <a:xfrm>
            <a:off x="941832" y="3538728"/>
            <a:ext cx="32004" cy="1801368"/>
          </a:xfrm>
          <a:prstGeom prst="rect">
            <a:avLst/>
          </a:prstGeom>
          <a:solidFill>
            <a:srgbClr val="0066B3"/>
          </a:solidFill>
          <a:ln w="12700">
            <a:solidFill>
              <a:srgbClr val="0066B3">
                <a:alpha val="0"/>
              </a:srgbClr>
            </a:solidFill>
            <a:prstDash val="solid"/>
          </a:ln>
        </p:spPr>
        <p:txBody>
          <a:bodyPr/>
          <a:lstStyle/>
          <a:p>
            <a:endParaRPr lang="en-US"/>
          </a:p>
        </p:txBody>
      </p:sp>
      <p:sp>
        <p:nvSpPr>
          <p:cNvPr id="15" name="Text 10"/>
          <p:cNvSpPr/>
          <p:nvPr/>
        </p:nvSpPr>
        <p:spPr>
          <a:xfrm>
            <a:off x="1106424" y="3694176"/>
            <a:ext cx="4663440"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At the throat</a:t>
            </a:r>
            <a:endParaRPr lang="en-US" sz="2200" dirty="0"/>
          </a:p>
        </p:txBody>
      </p:sp>
      <p:sp>
        <p:nvSpPr>
          <p:cNvPr id="16" name="Text 11"/>
          <p:cNvSpPr/>
          <p:nvPr/>
        </p:nvSpPr>
        <p:spPr>
          <a:xfrm>
            <a:off x="1106424" y="4297680"/>
            <a:ext cx="4663440" cy="886968"/>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Use rho_star_kg_m3</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and c_star_m_s.</a:t>
            </a:r>
            <a:endParaRPr lang="en-US" sz="2000" dirty="0"/>
          </a:p>
        </p:txBody>
      </p:sp>
      <p:sp>
        <p:nvSpPr>
          <p:cNvPr id="17" name="Shape 12"/>
          <p:cNvSpPr/>
          <p:nvPr/>
        </p:nvSpPr>
        <p:spPr>
          <a:xfrm>
            <a:off x="6254496" y="3538728"/>
            <a:ext cx="4992624" cy="1801368"/>
          </a:xfrm>
          <a:prstGeom prst="rect">
            <a:avLst/>
          </a:prstGeom>
          <a:solidFill>
            <a:srgbClr val="F2F5F7"/>
          </a:solidFill>
          <a:ln w="12700">
            <a:solidFill>
              <a:srgbClr val="F2F5F7">
                <a:alpha val="0"/>
              </a:srgbClr>
            </a:solidFill>
            <a:prstDash val="solid"/>
          </a:ln>
        </p:spPr>
        <p:txBody>
          <a:bodyPr/>
          <a:lstStyle/>
          <a:p>
            <a:endParaRPr lang="en-US"/>
          </a:p>
        </p:txBody>
      </p:sp>
      <p:sp>
        <p:nvSpPr>
          <p:cNvPr id="18" name="Shape 13"/>
          <p:cNvSpPr/>
          <p:nvPr/>
        </p:nvSpPr>
        <p:spPr>
          <a:xfrm>
            <a:off x="6254496" y="3538728"/>
            <a:ext cx="32004" cy="1801368"/>
          </a:xfrm>
          <a:prstGeom prst="rect">
            <a:avLst/>
          </a:prstGeom>
          <a:solidFill>
            <a:srgbClr val="168A91"/>
          </a:solidFill>
          <a:ln w="12700">
            <a:solidFill>
              <a:srgbClr val="168A91">
                <a:alpha val="0"/>
              </a:srgbClr>
            </a:solidFill>
            <a:prstDash val="solid"/>
          </a:ln>
        </p:spPr>
        <p:txBody>
          <a:bodyPr/>
          <a:lstStyle/>
          <a:p>
            <a:endParaRPr lang="en-US"/>
          </a:p>
        </p:txBody>
      </p:sp>
      <p:sp>
        <p:nvSpPr>
          <p:cNvPr id="19" name="Text 14"/>
          <p:cNvSpPr/>
          <p:nvPr/>
        </p:nvSpPr>
        <p:spPr>
          <a:xfrm>
            <a:off x="6419088" y="3694176"/>
            <a:ext cx="4663440"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At the outlet</a:t>
            </a:r>
            <a:endParaRPr lang="en-US" sz="2200" dirty="0"/>
          </a:p>
        </p:txBody>
      </p:sp>
      <p:sp>
        <p:nvSpPr>
          <p:cNvPr id="20" name="Text 15"/>
          <p:cNvSpPr/>
          <p:nvPr/>
        </p:nvSpPr>
        <p:spPr>
          <a:xfrm>
            <a:off x="6419088" y="4297680"/>
            <a:ext cx="4663440" cy="886968"/>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Use the loss-adjusted</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density and velocity.</a:t>
            </a:r>
            <a:endParaRPr lang="en-US" sz="2000" dirty="0"/>
          </a:p>
        </p:txBody>
      </p:sp>
      <p:sp>
        <p:nvSpPr>
          <p:cNvPr id="21" name="Shape 16"/>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22" name="Text 17"/>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Both areas are normal to the local flow. Calculate their ratio only after calculating each area.</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JOINT INTERPRETATION</a:t>
            </a:r>
            <a:endParaRPr lang="en-US" sz="1100" dirty="0"/>
          </a:p>
        </p:txBody>
      </p:sp>
      <p:sp>
        <p:nvSpPr>
          <p:cNvPr id="4" name="Shape 1"/>
          <p:cNvSpPr/>
          <p:nvPr/>
        </p:nvSpPr>
        <p:spPr>
          <a:xfrm>
            <a:off x="9354312" y="704088"/>
            <a:ext cx="2075688" cy="292608"/>
          </a:xfrm>
          <a:prstGeom prst="rect">
            <a:avLst/>
          </a:prstGeom>
          <a:solidFill>
            <a:srgbClr val="168A91"/>
          </a:solidFill>
          <a:ln w="12700">
            <a:solidFill>
              <a:srgbClr val="168A9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CHECK TOGETHER</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B — Choose the velocity normal to the area you use</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J14</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41832" y="2286000"/>
            <a:ext cx="4956048" cy="1975104"/>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41832" y="2286000"/>
            <a:ext cx="32004" cy="1975104"/>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106424" y="2441448"/>
            <a:ext cx="4626864"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Flow-normal nozzle section</a:t>
            </a:r>
            <a:endParaRPr lang="en-US" sz="2200" dirty="0"/>
          </a:p>
        </p:txBody>
      </p:sp>
      <p:sp>
        <p:nvSpPr>
          <p:cNvPr id="15" name="Text 11"/>
          <p:cNvSpPr/>
          <p:nvPr/>
        </p:nvSpPr>
        <p:spPr>
          <a:xfrm>
            <a:off x="1106424" y="3044952"/>
            <a:ext cx="4626864" cy="1060704"/>
          </a:xfrm>
          <a:prstGeom prst="rect">
            <a:avLst/>
          </a:prstGeom>
          <a:noFill/>
          <a:ln/>
        </p:spPr>
        <p:txBody>
          <a:bodyPr wrap="square" lIns="0" tIns="0" rIns="0" bIns="0" rtlCol="0" anchor="t"/>
          <a:lstStyle/>
          <a:p>
            <a:pPr marL="0" indent="0">
              <a:buNone/>
            </a:pPr>
            <a:r>
              <a:rPr lang="en-US" sz="2100" dirty="0">
                <a:solidFill>
                  <a:srgbClr val="172938"/>
                </a:solidFill>
                <a:latin typeface="Arial" pitchFamily="34" charset="0"/>
                <a:ea typeface="Arial" pitchFamily="34" charset="-122"/>
                <a:cs typeface="Arial" pitchFamily="34" charset="-120"/>
              </a:rPr>
              <a:t>The normal follows the jet.</a:t>
            </a:r>
            <a:endParaRPr lang="en-US" sz="2100" dirty="0"/>
          </a:p>
          <a:p>
            <a:pPr marL="0" indent="0">
              <a:buNone/>
            </a:pPr>
            <a:r>
              <a:rPr lang="en-US" sz="2100" dirty="0">
                <a:solidFill>
                  <a:srgbClr val="172938"/>
                </a:solidFill>
                <a:latin typeface="Arial" pitchFamily="34" charset="0"/>
                <a:ea typeface="Arial" pitchFamily="34" charset="-122"/>
                <a:cs typeface="Arial" pitchFamily="34" charset="-120"/>
              </a:rPr>
              <a:t>Use c₁ = 220.4 m/s.</a:t>
            </a:r>
            <a:endParaRPr lang="en-US" sz="2100" dirty="0"/>
          </a:p>
        </p:txBody>
      </p:sp>
      <p:sp>
        <p:nvSpPr>
          <p:cNvPr id="16" name="Shape 12"/>
          <p:cNvSpPr/>
          <p:nvPr/>
        </p:nvSpPr>
        <p:spPr>
          <a:xfrm>
            <a:off x="6254496" y="2286000"/>
            <a:ext cx="4956048" cy="1975104"/>
          </a:xfrm>
          <a:prstGeom prst="rect">
            <a:avLst/>
          </a:prstGeom>
          <a:solidFill>
            <a:srgbClr val="F2F5F7"/>
          </a:solidFill>
          <a:ln w="12700">
            <a:solidFill>
              <a:srgbClr val="F2F5F7">
                <a:alpha val="0"/>
              </a:srgbClr>
            </a:solidFill>
            <a:prstDash val="solid"/>
          </a:ln>
        </p:spPr>
        <p:txBody>
          <a:bodyPr/>
          <a:lstStyle/>
          <a:p>
            <a:endParaRPr lang="en-US"/>
          </a:p>
        </p:txBody>
      </p:sp>
      <p:sp>
        <p:nvSpPr>
          <p:cNvPr id="17" name="Shape 13"/>
          <p:cNvSpPr/>
          <p:nvPr/>
        </p:nvSpPr>
        <p:spPr>
          <a:xfrm>
            <a:off x="6254496" y="2286000"/>
            <a:ext cx="32004" cy="1975104"/>
          </a:xfrm>
          <a:prstGeom prst="rect">
            <a:avLst/>
          </a:prstGeom>
          <a:solidFill>
            <a:srgbClr val="168A91"/>
          </a:solidFill>
          <a:ln w="12700">
            <a:solidFill>
              <a:srgbClr val="168A91">
                <a:alpha val="0"/>
              </a:srgbClr>
            </a:solidFill>
            <a:prstDash val="solid"/>
          </a:ln>
        </p:spPr>
        <p:txBody>
          <a:bodyPr/>
          <a:lstStyle/>
          <a:p>
            <a:endParaRPr lang="en-US"/>
          </a:p>
        </p:txBody>
      </p:sp>
      <p:sp>
        <p:nvSpPr>
          <p:cNvPr id="18" name="Text 14"/>
          <p:cNvSpPr/>
          <p:nvPr/>
        </p:nvSpPr>
        <p:spPr>
          <a:xfrm>
            <a:off x="6419088" y="2441448"/>
            <a:ext cx="4626864"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Axial annulus plane</a:t>
            </a:r>
            <a:endParaRPr lang="en-US" sz="2200" dirty="0"/>
          </a:p>
        </p:txBody>
      </p:sp>
      <p:sp>
        <p:nvSpPr>
          <p:cNvPr id="19" name="Text 15"/>
          <p:cNvSpPr/>
          <p:nvPr/>
        </p:nvSpPr>
        <p:spPr>
          <a:xfrm>
            <a:off x="6419088" y="3044952"/>
            <a:ext cx="4626864" cy="1060704"/>
          </a:xfrm>
          <a:prstGeom prst="rect">
            <a:avLst/>
          </a:prstGeom>
          <a:noFill/>
          <a:ln/>
        </p:spPr>
        <p:txBody>
          <a:bodyPr wrap="square" lIns="0" tIns="0" rIns="0" bIns="0" rtlCol="0" anchor="t"/>
          <a:lstStyle/>
          <a:p>
            <a:pPr marL="0" indent="0">
              <a:buNone/>
            </a:pPr>
            <a:r>
              <a:rPr lang="en-US" sz="2100" dirty="0">
                <a:solidFill>
                  <a:srgbClr val="172938"/>
                </a:solidFill>
                <a:latin typeface="Arial" pitchFamily="34" charset="0"/>
                <a:ea typeface="Arial" pitchFamily="34" charset="-122"/>
                <a:cs typeface="Arial" pitchFamily="34" charset="-120"/>
              </a:rPr>
              <a:t>The normal follows the axis.</a:t>
            </a:r>
            <a:endParaRPr lang="en-US" sz="2100" dirty="0"/>
          </a:p>
          <a:p>
            <a:pPr marL="0" indent="0">
              <a:buNone/>
            </a:pPr>
            <a:r>
              <a:rPr lang="en-US" sz="2100" dirty="0">
                <a:solidFill>
                  <a:srgbClr val="172938"/>
                </a:solidFill>
                <a:latin typeface="Arial" pitchFamily="34" charset="0"/>
                <a:ea typeface="Arial" pitchFamily="34" charset="-122"/>
                <a:cs typeface="Arial" pitchFamily="34" charset="-120"/>
              </a:rPr>
              <a:t>Use c₁a = 43.94 m/s.</a:t>
            </a:r>
            <a:endParaRPr lang="en-US" sz="210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24366" y="4626864"/>
            <a:ext cx="3372692" cy="667512"/>
          </a:xfrm>
          <a:prstGeom prst="rect">
            <a:avLst/>
          </a:prstGeom>
        </p:spPr>
      </p:pic>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55080" y="4682091"/>
            <a:ext cx="4645152" cy="584489"/>
          </a:xfrm>
          <a:prstGeom prst="rect">
            <a:avLst/>
          </a:prstGeom>
        </p:spPr>
      </p:pic>
      <p:sp>
        <p:nvSpPr>
          <p:cNvPr id="22" name="Shape 16"/>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23" name="Text 17"/>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Same continuity equation. Different surface orientation. No conflict between the two calculations.</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EQUATION → PYTHON 4A</a:t>
            </a:r>
            <a:endParaRPr lang="en-US" sz="1100" dirty="0"/>
          </a:p>
        </p:txBody>
      </p:sp>
      <p:sp>
        <p:nvSpPr>
          <p:cNvPr id="4" name="Shape 1"/>
          <p:cNvSpPr/>
          <p:nvPr/>
        </p:nvSpPr>
        <p:spPr>
          <a:xfrm>
            <a:off x="9354312" y="704088"/>
            <a:ext cx="2075688" cy="292608"/>
          </a:xfrm>
          <a:prstGeom prst="rect">
            <a:avLst/>
          </a:prstGeom>
          <a:solidFill>
            <a:srgbClr val="C97421"/>
          </a:solidFill>
          <a:ln w="12700">
            <a:solidFill>
              <a:srgbClr val="C9742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TRY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C — Step into the moving rotor frame</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J15</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9133" y="2276856"/>
            <a:ext cx="9449517" cy="658368"/>
          </a:xfrm>
          <a:prstGeom prst="rect">
            <a:avLst/>
          </a:prstGeom>
        </p:spPr>
      </p:pic>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99488" y="3300984"/>
            <a:ext cx="2895600" cy="694944"/>
          </a:xfrm>
          <a:prstGeom prst="rect">
            <a:avLst/>
          </a:prstGeom>
        </p:spPr>
      </p:pic>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3939" y="4526280"/>
            <a:ext cx="4774131" cy="566928"/>
          </a:xfrm>
          <a:prstGeom prst="rect">
            <a:avLst/>
          </a:prstGeom>
        </p:spPr>
      </p:pic>
      <p:sp>
        <p:nvSpPr>
          <p:cNvPr id="15" name="Shape 8"/>
          <p:cNvSpPr/>
          <p:nvPr/>
        </p:nvSpPr>
        <p:spPr>
          <a:xfrm>
            <a:off x="6473952" y="3108960"/>
            <a:ext cx="4828032" cy="2258568"/>
          </a:xfrm>
          <a:prstGeom prst="rect">
            <a:avLst/>
          </a:prstGeom>
          <a:solidFill>
            <a:srgbClr val="F2F5F7"/>
          </a:solidFill>
          <a:ln w="12700">
            <a:solidFill>
              <a:srgbClr val="F2F5F7">
                <a:alpha val="0"/>
              </a:srgbClr>
            </a:solidFill>
            <a:prstDash val="solid"/>
          </a:ln>
        </p:spPr>
        <p:txBody>
          <a:bodyPr/>
          <a:lstStyle/>
          <a:p>
            <a:endParaRPr lang="en-US"/>
          </a:p>
        </p:txBody>
      </p:sp>
      <p:sp>
        <p:nvSpPr>
          <p:cNvPr id="16" name="Shape 9"/>
          <p:cNvSpPr/>
          <p:nvPr/>
        </p:nvSpPr>
        <p:spPr>
          <a:xfrm>
            <a:off x="6473952" y="3108960"/>
            <a:ext cx="32004" cy="2258568"/>
          </a:xfrm>
          <a:prstGeom prst="rect">
            <a:avLst/>
          </a:prstGeom>
          <a:solidFill>
            <a:srgbClr val="C97421"/>
          </a:solidFill>
          <a:ln w="12700">
            <a:solidFill>
              <a:srgbClr val="C97421">
                <a:alpha val="0"/>
              </a:srgbClr>
            </a:solidFill>
            <a:prstDash val="solid"/>
          </a:ln>
        </p:spPr>
        <p:txBody>
          <a:bodyPr/>
          <a:lstStyle/>
          <a:p>
            <a:endParaRPr lang="en-US"/>
          </a:p>
        </p:txBody>
      </p:sp>
      <p:sp>
        <p:nvSpPr>
          <p:cNvPr id="17" name="Text 10"/>
          <p:cNvSpPr/>
          <p:nvPr/>
        </p:nvSpPr>
        <p:spPr>
          <a:xfrm>
            <a:off x="6638544" y="3264408"/>
            <a:ext cx="4498848" cy="393192"/>
          </a:xfrm>
          <a:prstGeom prst="rect">
            <a:avLst/>
          </a:prstGeom>
          <a:noFill/>
          <a:ln/>
        </p:spPr>
        <p:txBody>
          <a:bodyPr wrap="square" lIns="0" tIns="0" rIns="0" bIns="0" rtlCol="0" anchor="ctr"/>
          <a:lstStyle/>
          <a:p>
            <a:pPr marL="0" indent="0">
              <a:buNone/>
            </a:pPr>
            <a:r>
              <a:rPr lang="en-US" sz="2200" b="1" dirty="0">
                <a:solidFill>
                  <a:srgbClr val="C97421"/>
                </a:solidFill>
                <a:latin typeface="Arial" pitchFamily="34" charset="0"/>
                <a:ea typeface="Arial" pitchFamily="34" charset="-122"/>
                <a:cs typeface="Arial" pitchFamily="34" charset="-120"/>
              </a:rPr>
              <a:t>Angle hint</a:t>
            </a:r>
            <a:endParaRPr lang="en-US" sz="2200" dirty="0"/>
          </a:p>
        </p:txBody>
      </p:sp>
      <p:sp>
        <p:nvSpPr>
          <p:cNvPr id="18" name="Text 11"/>
          <p:cNvSpPr/>
          <p:nvPr/>
        </p:nvSpPr>
        <p:spPr>
          <a:xfrm>
            <a:off x="6638544" y="3867912"/>
            <a:ext cx="4498848" cy="1344168"/>
          </a:xfrm>
          <a:prstGeom prst="rect">
            <a:avLst/>
          </a:prstGeom>
          <a:noFill/>
          <a:ln/>
        </p:spPr>
        <p:txBody>
          <a:bodyPr wrap="square" lIns="0" tIns="0" rIns="0" bIns="0" rtlCol="0" anchor="t"/>
          <a:lstStyle/>
          <a:p>
            <a:pPr marL="0" indent="0">
              <a:buNone/>
            </a:pPr>
            <a:r>
              <a:rPr lang="en-US" sz="1900" dirty="0">
                <a:solidFill>
                  <a:srgbClr val="172938"/>
                </a:solidFill>
                <a:latin typeface="Arial" pitchFamily="34" charset="0"/>
                <a:ea typeface="Arial" pitchFamily="34" charset="-122"/>
                <a:cs typeface="Arial" pitchFamily="34" charset="-120"/>
              </a:rPr>
              <a:t>Use arctan2(axial, tangential),</a:t>
            </a:r>
            <a:endParaRPr lang="en-US" sz="1900" dirty="0"/>
          </a:p>
          <a:p>
            <a:pPr marL="0" indent="0">
              <a:buNone/>
            </a:pPr>
            <a:r>
              <a:rPr lang="en-US" sz="1900" dirty="0">
                <a:solidFill>
                  <a:srgbClr val="172938"/>
                </a:solidFill>
                <a:latin typeface="Arial" pitchFamily="34" charset="0"/>
                <a:ea typeface="Arial" pitchFamily="34" charset="-122"/>
                <a:cs typeface="Arial" pitchFamily="34" charset="-120"/>
              </a:rPr>
              <a:t>then convert radians to degrees.</a:t>
            </a:r>
            <a:endParaRPr lang="en-US" sz="1900" dirty="0"/>
          </a:p>
          <a:p>
            <a:pPr marL="0" indent="0">
              <a:buNone/>
            </a:pPr>
            <a:r>
              <a:rPr lang="en-US" sz="1900" dirty="0">
                <a:solidFill>
                  <a:srgbClr val="172938"/>
                </a:solidFill>
                <a:latin typeface="Arial" pitchFamily="34" charset="0"/>
                <a:ea typeface="Arial" pitchFamily="34" charset="-122"/>
                <a:cs typeface="Arial" pitchFamily="34" charset="-120"/>
              </a:rPr>
              <a:t>The first velocity line is done.</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SUPPLIED ROTOR MODEL</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RUN ONLY</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C — Keep the metal angle; account for incidence separately</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J17</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95700" y="2258568"/>
            <a:ext cx="4559808" cy="804672"/>
          </a:xfrm>
          <a:prstGeom prst="rect">
            <a:avLst/>
          </a:prstGeom>
        </p:spPr>
      </p:pic>
      <p:sp>
        <p:nvSpPr>
          <p:cNvPr id="13" name="Shape 8"/>
          <p:cNvSpPr/>
          <p:nvPr/>
        </p:nvSpPr>
        <p:spPr>
          <a:xfrm>
            <a:off x="950976" y="3447288"/>
            <a:ext cx="3191256"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4" name="Shape 9"/>
          <p:cNvSpPr/>
          <p:nvPr/>
        </p:nvSpPr>
        <p:spPr>
          <a:xfrm>
            <a:off x="950976" y="3447288"/>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5" name="Text 10"/>
          <p:cNvSpPr/>
          <p:nvPr/>
        </p:nvSpPr>
        <p:spPr>
          <a:xfrm>
            <a:off x="1115568" y="3602736"/>
            <a:ext cx="2862072"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Zero-incidence coefficient</a:t>
            </a:r>
            <a:endParaRPr lang="en-US" sz="1700" dirty="0"/>
          </a:p>
        </p:txBody>
      </p:sp>
      <p:sp>
        <p:nvSpPr>
          <p:cNvPr id="16" name="Text 11"/>
          <p:cNvSpPr/>
          <p:nvPr/>
        </p:nvSpPr>
        <p:spPr>
          <a:xfrm>
            <a:off x="1115568" y="4078224"/>
            <a:ext cx="2862072"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0.777</a:t>
            </a:r>
            <a:endParaRPr lang="en-US" sz="3200" dirty="0"/>
          </a:p>
        </p:txBody>
      </p:sp>
      <p:sp>
        <p:nvSpPr>
          <p:cNvPr id="17" name="Text 12"/>
          <p:cNvSpPr/>
          <p:nvPr/>
        </p:nvSpPr>
        <p:spPr>
          <a:xfrm>
            <a:off x="1115568" y="4626864"/>
            <a:ext cx="2862072"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after the height correction</a:t>
            </a:r>
            <a:endParaRPr lang="en-US" sz="1300" dirty="0"/>
          </a:p>
        </p:txBody>
      </p:sp>
      <p:sp>
        <p:nvSpPr>
          <p:cNvPr id="18" name="Shape 13"/>
          <p:cNvSpPr/>
          <p:nvPr/>
        </p:nvSpPr>
        <p:spPr>
          <a:xfrm>
            <a:off x="4517136" y="3447288"/>
            <a:ext cx="3191256"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9" name="Shape 14"/>
          <p:cNvSpPr/>
          <p:nvPr/>
        </p:nvSpPr>
        <p:spPr>
          <a:xfrm>
            <a:off x="4517136" y="3447288"/>
            <a:ext cx="32004" cy="1527048"/>
          </a:xfrm>
          <a:prstGeom prst="rect">
            <a:avLst/>
          </a:prstGeom>
          <a:solidFill>
            <a:srgbClr val="168A91"/>
          </a:solidFill>
          <a:ln w="12700">
            <a:solidFill>
              <a:srgbClr val="168A91">
                <a:alpha val="0"/>
              </a:srgbClr>
            </a:solidFill>
            <a:prstDash val="solid"/>
          </a:ln>
        </p:spPr>
        <p:txBody>
          <a:bodyPr/>
          <a:lstStyle/>
          <a:p>
            <a:endParaRPr lang="en-US"/>
          </a:p>
        </p:txBody>
      </p:sp>
      <p:sp>
        <p:nvSpPr>
          <p:cNvPr id="20" name="Text 15"/>
          <p:cNvSpPr/>
          <p:nvPr/>
        </p:nvSpPr>
        <p:spPr>
          <a:xfrm>
            <a:off x="4681728" y="3602736"/>
            <a:ext cx="2862072" cy="274320"/>
          </a:xfrm>
          <a:prstGeom prst="rect">
            <a:avLst/>
          </a:prstGeom>
          <a:noFill/>
          <a:ln/>
        </p:spPr>
        <p:txBody>
          <a:bodyPr wrap="square" lIns="0" tIns="0" rIns="0" bIns="0" rtlCol="0" anchor="ctr"/>
          <a:lstStyle/>
          <a:p>
            <a:pPr marL="0" indent="0">
              <a:buNone/>
            </a:pPr>
            <a:r>
              <a:rPr lang="en-US" sz="1700" b="1" dirty="0">
                <a:solidFill>
                  <a:srgbClr val="168A91"/>
                </a:solidFill>
                <a:latin typeface="Arial" pitchFamily="34" charset="0"/>
                <a:ea typeface="Arial" pitchFamily="34" charset="-122"/>
                <a:cs typeface="Arial" pitchFamily="34" charset="-120"/>
              </a:rPr>
              <a:t>Effective coefficient</a:t>
            </a:r>
            <a:endParaRPr lang="en-US" sz="1700" dirty="0"/>
          </a:p>
        </p:txBody>
      </p:sp>
      <p:sp>
        <p:nvSpPr>
          <p:cNvPr id="21" name="Text 16"/>
          <p:cNvSpPr/>
          <p:nvPr/>
        </p:nvSpPr>
        <p:spPr>
          <a:xfrm>
            <a:off x="4681728" y="4078224"/>
            <a:ext cx="2862072"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0.771</a:t>
            </a:r>
            <a:endParaRPr lang="en-US" sz="3200" dirty="0"/>
          </a:p>
        </p:txBody>
      </p:sp>
      <p:sp>
        <p:nvSpPr>
          <p:cNvPr id="22" name="Text 17"/>
          <p:cNvSpPr/>
          <p:nvPr/>
        </p:nvSpPr>
        <p:spPr>
          <a:xfrm>
            <a:off x="4681728" y="4626864"/>
            <a:ext cx="2862072"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including inlet incidence</a:t>
            </a:r>
            <a:endParaRPr lang="en-US" sz="1300" dirty="0"/>
          </a:p>
        </p:txBody>
      </p:sp>
      <p:sp>
        <p:nvSpPr>
          <p:cNvPr id="23" name="Shape 18"/>
          <p:cNvSpPr/>
          <p:nvPr/>
        </p:nvSpPr>
        <p:spPr>
          <a:xfrm>
            <a:off x="8083296" y="3447288"/>
            <a:ext cx="3191256" cy="1746504"/>
          </a:xfrm>
          <a:prstGeom prst="rect">
            <a:avLst/>
          </a:prstGeom>
          <a:solidFill>
            <a:srgbClr val="F2F5F7"/>
          </a:solidFill>
          <a:ln w="12700">
            <a:solidFill>
              <a:srgbClr val="F2F5F7">
                <a:alpha val="0"/>
              </a:srgbClr>
            </a:solidFill>
            <a:prstDash val="solid"/>
          </a:ln>
        </p:spPr>
        <p:txBody>
          <a:bodyPr/>
          <a:lstStyle/>
          <a:p>
            <a:endParaRPr lang="en-US"/>
          </a:p>
        </p:txBody>
      </p:sp>
      <p:sp>
        <p:nvSpPr>
          <p:cNvPr id="24" name="Shape 19"/>
          <p:cNvSpPr/>
          <p:nvPr/>
        </p:nvSpPr>
        <p:spPr>
          <a:xfrm>
            <a:off x="8083296" y="3447288"/>
            <a:ext cx="32004" cy="1746504"/>
          </a:xfrm>
          <a:prstGeom prst="rect">
            <a:avLst/>
          </a:prstGeom>
          <a:solidFill>
            <a:srgbClr val="0066B3"/>
          </a:solidFill>
          <a:ln w="12700">
            <a:solidFill>
              <a:srgbClr val="0066B3">
                <a:alpha val="0"/>
              </a:srgbClr>
            </a:solidFill>
            <a:prstDash val="solid"/>
          </a:ln>
        </p:spPr>
        <p:txBody>
          <a:bodyPr/>
          <a:lstStyle/>
          <a:p>
            <a:endParaRPr lang="en-US"/>
          </a:p>
        </p:txBody>
      </p:sp>
      <p:sp>
        <p:nvSpPr>
          <p:cNvPr id="25" name="Text 20"/>
          <p:cNvSpPr/>
          <p:nvPr/>
        </p:nvSpPr>
        <p:spPr>
          <a:xfrm>
            <a:off x="8247888" y="3602736"/>
            <a:ext cx="2862072"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Outlet assumption</a:t>
            </a:r>
            <a:endParaRPr lang="en-US" sz="2200" dirty="0"/>
          </a:p>
        </p:txBody>
      </p:sp>
      <p:sp>
        <p:nvSpPr>
          <p:cNvPr id="26" name="Text 21"/>
          <p:cNvSpPr/>
          <p:nvPr/>
        </p:nvSpPr>
        <p:spPr>
          <a:xfrm>
            <a:off x="8247888" y="4206240"/>
            <a:ext cx="2862072" cy="832104"/>
          </a:xfrm>
          <a:prstGeom prst="rect">
            <a:avLst/>
          </a:prstGeom>
          <a:noFill/>
          <a:ln/>
        </p:spPr>
        <p:txBody>
          <a:bodyPr wrap="square" lIns="0" tIns="0" rIns="0" bIns="0" rtlCol="0" anchor="t"/>
          <a:lstStyle/>
          <a:p>
            <a:pPr marL="0" indent="0">
              <a:buNone/>
            </a:pPr>
            <a:r>
              <a:rPr lang="en-US" sz="1800" dirty="0">
                <a:solidFill>
                  <a:srgbClr val="172938"/>
                </a:solidFill>
                <a:latin typeface="Arial" pitchFamily="34" charset="0"/>
                <a:ea typeface="Arial" pitchFamily="34" charset="-122"/>
                <a:cs typeface="Arial" pitchFamily="34" charset="-120"/>
              </a:rPr>
              <a:t>Flow follows metal.</a:t>
            </a:r>
            <a:endParaRPr lang="en-US" sz="1800" dirty="0"/>
          </a:p>
          <a:p>
            <a:pPr marL="0" indent="0">
              <a:buNone/>
            </a:pPr>
            <a:r>
              <a:rPr lang="en-US" sz="1800" dirty="0">
                <a:solidFill>
                  <a:srgbClr val="172938"/>
                </a:solidFill>
                <a:latin typeface="Arial" pitchFamily="34" charset="0"/>
                <a:ea typeface="Arial" pitchFamily="34" charset="-122"/>
                <a:cs typeface="Arial" pitchFamily="34" charset="-120"/>
              </a:rPr>
              <a:t>Deviation is neglected.</a:t>
            </a:r>
            <a:endParaRPr lang="en-US" sz="1800" dirty="0"/>
          </a:p>
        </p:txBody>
      </p:sp>
      <p:sp>
        <p:nvSpPr>
          <p:cNvPr id="27" name="Text 22"/>
          <p:cNvSpPr/>
          <p:nvPr/>
        </p:nvSpPr>
        <p:spPr>
          <a:xfrm>
            <a:off x="987552" y="5257800"/>
            <a:ext cx="10058400" cy="301752"/>
          </a:xfrm>
          <a:prstGeom prst="rect">
            <a:avLst/>
          </a:prstGeom>
          <a:noFill/>
          <a:ln/>
        </p:spPr>
        <p:txBody>
          <a:bodyPr wrap="square" lIns="0" tIns="0" rIns="0" bIns="0" rtlCol="0" anchor="ctr"/>
          <a:lstStyle/>
          <a:p>
            <a:pPr marL="0" indent="0">
              <a:buNone/>
            </a:pPr>
            <a:r>
              <a:rPr lang="en-US" sz="2000" b="1" dirty="0">
                <a:solidFill>
                  <a:srgbClr val="0066B3"/>
                </a:solidFill>
                <a:latin typeface="Arial" pitchFamily="34" charset="0"/>
                <a:ea typeface="Arial" pitchFamily="34" charset="-122"/>
                <a:cs typeface="Arial" pitchFamily="34" charset="-120"/>
              </a:rPr>
              <a:t>27° outlet-angle input  =  153° direction from +u</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EQUATION → PYTHON 4B</a:t>
            </a:r>
            <a:endParaRPr lang="en-US" sz="1100" dirty="0"/>
          </a:p>
        </p:txBody>
      </p:sp>
      <p:sp>
        <p:nvSpPr>
          <p:cNvPr id="4" name="Shape 1"/>
          <p:cNvSpPr/>
          <p:nvPr/>
        </p:nvSpPr>
        <p:spPr>
          <a:xfrm>
            <a:off x="9354312" y="704088"/>
            <a:ext cx="2075688" cy="292608"/>
          </a:xfrm>
          <a:prstGeom prst="rect">
            <a:avLst/>
          </a:prstGeom>
          <a:solidFill>
            <a:srgbClr val="C97421"/>
          </a:solidFill>
          <a:ln w="12700">
            <a:solidFill>
              <a:srgbClr val="C9742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TRY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D — One line turns angular momentum into power</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J18</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50492" y="2331720"/>
            <a:ext cx="8686800" cy="914400"/>
          </a:xfrm>
          <a:prstGeom prst="rect">
            <a:avLst/>
          </a:prstGeom>
        </p:spPr>
      </p:pic>
      <p:sp>
        <p:nvSpPr>
          <p:cNvPr id="13" name="Shape 8"/>
          <p:cNvSpPr/>
          <p:nvPr/>
        </p:nvSpPr>
        <p:spPr>
          <a:xfrm>
            <a:off x="969264" y="3749040"/>
            <a:ext cx="3191256"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4" name="Shape 9"/>
          <p:cNvSpPr/>
          <p:nvPr/>
        </p:nvSpPr>
        <p:spPr>
          <a:xfrm>
            <a:off x="969264" y="374904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5" name="Text 10"/>
          <p:cNvSpPr/>
          <p:nvPr/>
        </p:nvSpPr>
        <p:spPr>
          <a:xfrm>
            <a:off x="1133856" y="3904488"/>
            <a:ext cx="2862072"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Mass flow</a:t>
            </a:r>
            <a:endParaRPr lang="en-US" sz="1700" dirty="0"/>
          </a:p>
        </p:txBody>
      </p:sp>
      <p:sp>
        <p:nvSpPr>
          <p:cNvPr id="16" name="Text 11"/>
          <p:cNvSpPr/>
          <p:nvPr/>
        </p:nvSpPr>
        <p:spPr>
          <a:xfrm>
            <a:off x="1133856" y="4379976"/>
            <a:ext cx="2862072"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5.025</a:t>
            </a:r>
            <a:endParaRPr lang="en-US" sz="3200" dirty="0"/>
          </a:p>
        </p:txBody>
      </p:sp>
      <p:sp>
        <p:nvSpPr>
          <p:cNvPr id="17" name="Text 12"/>
          <p:cNvSpPr/>
          <p:nvPr/>
        </p:nvSpPr>
        <p:spPr>
          <a:xfrm>
            <a:off x="1133856" y="4928616"/>
            <a:ext cx="2862072"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kg/s</a:t>
            </a:r>
            <a:endParaRPr lang="en-US" sz="1300" dirty="0"/>
          </a:p>
        </p:txBody>
      </p:sp>
      <p:sp>
        <p:nvSpPr>
          <p:cNvPr id="18" name="Shape 13"/>
          <p:cNvSpPr/>
          <p:nvPr/>
        </p:nvSpPr>
        <p:spPr>
          <a:xfrm>
            <a:off x="4517136" y="3749040"/>
            <a:ext cx="3191256"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9" name="Shape 14"/>
          <p:cNvSpPr/>
          <p:nvPr/>
        </p:nvSpPr>
        <p:spPr>
          <a:xfrm>
            <a:off x="4517136" y="374904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0" name="Text 15"/>
          <p:cNvSpPr/>
          <p:nvPr/>
        </p:nvSpPr>
        <p:spPr>
          <a:xfrm>
            <a:off x="4681728" y="3904488"/>
            <a:ext cx="2862072"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Blade speed</a:t>
            </a:r>
            <a:endParaRPr lang="en-US" sz="1700" dirty="0"/>
          </a:p>
        </p:txBody>
      </p:sp>
      <p:sp>
        <p:nvSpPr>
          <p:cNvPr id="21" name="Text 16"/>
          <p:cNvSpPr/>
          <p:nvPr/>
        </p:nvSpPr>
        <p:spPr>
          <a:xfrm>
            <a:off x="4681728" y="4379976"/>
            <a:ext cx="2862072"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104.7</a:t>
            </a:r>
            <a:endParaRPr lang="en-US" sz="3200" dirty="0"/>
          </a:p>
        </p:txBody>
      </p:sp>
      <p:sp>
        <p:nvSpPr>
          <p:cNvPr id="22" name="Text 17"/>
          <p:cNvSpPr/>
          <p:nvPr/>
        </p:nvSpPr>
        <p:spPr>
          <a:xfrm>
            <a:off x="4681728" y="4928616"/>
            <a:ext cx="2862072"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m/s</a:t>
            </a:r>
            <a:endParaRPr lang="en-US" sz="1300" dirty="0"/>
          </a:p>
        </p:txBody>
      </p:sp>
      <p:sp>
        <p:nvSpPr>
          <p:cNvPr id="23" name="Shape 18"/>
          <p:cNvSpPr/>
          <p:nvPr/>
        </p:nvSpPr>
        <p:spPr>
          <a:xfrm>
            <a:off x="8065008" y="3749040"/>
            <a:ext cx="3191256"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4" name="Shape 19"/>
          <p:cNvSpPr/>
          <p:nvPr/>
        </p:nvSpPr>
        <p:spPr>
          <a:xfrm>
            <a:off x="8065008" y="3749040"/>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5" name="Text 20"/>
          <p:cNvSpPr/>
          <p:nvPr/>
        </p:nvSpPr>
        <p:spPr>
          <a:xfrm>
            <a:off x="8229600" y="3904488"/>
            <a:ext cx="2862072"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Tangential change</a:t>
            </a:r>
            <a:endParaRPr lang="en-US" sz="1700" dirty="0"/>
          </a:p>
        </p:txBody>
      </p:sp>
      <p:sp>
        <p:nvSpPr>
          <p:cNvPr id="26" name="Text 21"/>
          <p:cNvSpPr/>
          <p:nvPr/>
        </p:nvSpPr>
        <p:spPr>
          <a:xfrm>
            <a:off x="8229600" y="4379976"/>
            <a:ext cx="2862072"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190.1</a:t>
            </a:r>
            <a:endParaRPr lang="en-US" sz="3200" dirty="0"/>
          </a:p>
        </p:txBody>
      </p:sp>
      <p:sp>
        <p:nvSpPr>
          <p:cNvPr id="27" name="Text 22"/>
          <p:cNvSpPr/>
          <p:nvPr/>
        </p:nvSpPr>
        <p:spPr>
          <a:xfrm>
            <a:off x="8229600" y="4928616"/>
            <a:ext cx="2862072"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m/s</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REFERENCE CHECKPOINT</a:t>
            </a:r>
            <a:endParaRPr lang="en-US" sz="1100" dirty="0"/>
          </a:p>
        </p:txBody>
      </p:sp>
      <p:sp>
        <p:nvSpPr>
          <p:cNvPr id="4" name="Shape 1"/>
          <p:cNvSpPr/>
          <p:nvPr/>
        </p:nvSpPr>
        <p:spPr>
          <a:xfrm>
            <a:off x="9354312" y="704088"/>
            <a:ext cx="2075688" cy="292608"/>
          </a:xfrm>
          <a:prstGeom prst="rect">
            <a:avLst/>
          </a:prstGeom>
          <a:solidFill>
            <a:srgbClr val="168A91"/>
          </a:solidFill>
          <a:ln w="12700">
            <a:solidFill>
              <a:srgbClr val="168A9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CHECK TOGETHER</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D — Separate aerodynamic, shaft and electrical power</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J19</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32688" y="2276856"/>
            <a:ext cx="331927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32688" y="2276856"/>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097280" y="2432304"/>
            <a:ext cx="299008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Aerodynamic power</a:t>
            </a:r>
            <a:endParaRPr lang="en-US" sz="1700" dirty="0"/>
          </a:p>
        </p:txBody>
      </p:sp>
      <p:sp>
        <p:nvSpPr>
          <p:cNvPr id="15" name="Text 11"/>
          <p:cNvSpPr/>
          <p:nvPr/>
        </p:nvSpPr>
        <p:spPr>
          <a:xfrm>
            <a:off x="1097280" y="2907792"/>
            <a:ext cx="299008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100.05</a:t>
            </a:r>
            <a:endParaRPr lang="en-US" sz="3200" dirty="0"/>
          </a:p>
        </p:txBody>
      </p:sp>
      <p:sp>
        <p:nvSpPr>
          <p:cNvPr id="16" name="Text 12"/>
          <p:cNvSpPr/>
          <p:nvPr/>
        </p:nvSpPr>
        <p:spPr>
          <a:xfrm>
            <a:off x="1097280" y="3456432"/>
            <a:ext cx="299008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kW</a:t>
            </a:r>
            <a:endParaRPr lang="en-US" sz="1300" dirty="0"/>
          </a:p>
        </p:txBody>
      </p:sp>
      <p:sp>
        <p:nvSpPr>
          <p:cNvPr id="17" name="Shape 13"/>
          <p:cNvSpPr/>
          <p:nvPr/>
        </p:nvSpPr>
        <p:spPr>
          <a:xfrm>
            <a:off x="4462272" y="2276856"/>
            <a:ext cx="331927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18" name="Shape 14"/>
          <p:cNvSpPr/>
          <p:nvPr/>
        </p:nvSpPr>
        <p:spPr>
          <a:xfrm>
            <a:off x="4462272" y="2276856"/>
            <a:ext cx="32004" cy="1527048"/>
          </a:xfrm>
          <a:prstGeom prst="rect">
            <a:avLst/>
          </a:prstGeom>
          <a:solidFill>
            <a:srgbClr val="168A91"/>
          </a:solidFill>
          <a:ln w="12700">
            <a:solidFill>
              <a:srgbClr val="168A91">
                <a:alpha val="0"/>
              </a:srgbClr>
            </a:solidFill>
            <a:prstDash val="solid"/>
          </a:ln>
        </p:spPr>
        <p:txBody>
          <a:bodyPr/>
          <a:lstStyle/>
          <a:p>
            <a:endParaRPr lang="en-US"/>
          </a:p>
        </p:txBody>
      </p:sp>
      <p:sp>
        <p:nvSpPr>
          <p:cNvPr id="19" name="Text 15"/>
          <p:cNvSpPr/>
          <p:nvPr/>
        </p:nvSpPr>
        <p:spPr>
          <a:xfrm>
            <a:off x="4626864" y="2432304"/>
            <a:ext cx="2990088" cy="274320"/>
          </a:xfrm>
          <a:prstGeom prst="rect">
            <a:avLst/>
          </a:prstGeom>
          <a:noFill/>
          <a:ln/>
        </p:spPr>
        <p:txBody>
          <a:bodyPr wrap="square" lIns="0" tIns="0" rIns="0" bIns="0" rtlCol="0" anchor="ctr"/>
          <a:lstStyle/>
          <a:p>
            <a:pPr marL="0" indent="0">
              <a:buNone/>
            </a:pPr>
            <a:r>
              <a:rPr lang="en-US" sz="1700" b="1" dirty="0">
                <a:solidFill>
                  <a:srgbClr val="168A91"/>
                </a:solidFill>
                <a:latin typeface="Arial" pitchFamily="34" charset="0"/>
                <a:ea typeface="Arial" pitchFamily="34" charset="-122"/>
                <a:cs typeface="Arial" pitchFamily="34" charset="-120"/>
              </a:rPr>
              <a:t>Mechanical power</a:t>
            </a:r>
            <a:endParaRPr lang="en-US" sz="1700" dirty="0"/>
          </a:p>
        </p:txBody>
      </p:sp>
      <p:sp>
        <p:nvSpPr>
          <p:cNvPr id="20" name="Text 16"/>
          <p:cNvSpPr/>
          <p:nvPr/>
        </p:nvSpPr>
        <p:spPr>
          <a:xfrm>
            <a:off x="4626864" y="2907792"/>
            <a:ext cx="299008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99.68</a:t>
            </a:r>
            <a:endParaRPr lang="en-US" sz="3200" dirty="0"/>
          </a:p>
        </p:txBody>
      </p:sp>
      <p:sp>
        <p:nvSpPr>
          <p:cNvPr id="21" name="Text 17"/>
          <p:cNvSpPr/>
          <p:nvPr/>
        </p:nvSpPr>
        <p:spPr>
          <a:xfrm>
            <a:off x="4626864" y="3456432"/>
            <a:ext cx="299008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kW</a:t>
            </a:r>
            <a:endParaRPr lang="en-US" sz="1300" dirty="0"/>
          </a:p>
        </p:txBody>
      </p:sp>
      <p:sp>
        <p:nvSpPr>
          <p:cNvPr id="22" name="Shape 18"/>
          <p:cNvSpPr/>
          <p:nvPr/>
        </p:nvSpPr>
        <p:spPr>
          <a:xfrm>
            <a:off x="7991856" y="2276856"/>
            <a:ext cx="3319272" cy="1527048"/>
          </a:xfrm>
          <a:prstGeom prst="rect">
            <a:avLst/>
          </a:prstGeom>
          <a:solidFill>
            <a:srgbClr val="F2F5F7"/>
          </a:solidFill>
          <a:ln w="12700">
            <a:solidFill>
              <a:srgbClr val="F2F5F7">
                <a:alpha val="0"/>
              </a:srgbClr>
            </a:solidFill>
            <a:prstDash val="solid"/>
          </a:ln>
        </p:spPr>
        <p:txBody>
          <a:bodyPr/>
          <a:lstStyle/>
          <a:p>
            <a:endParaRPr lang="en-US"/>
          </a:p>
        </p:txBody>
      </p:sp>
      <p:sp>
        <p:nvSpPr>
          <p:cNvPr id="23" name="Shape 19"/>
          <p:cNvSpPr/>
          <p:nvPr/>
        </p:nvSpPr>
        <p:spPr>
          <a:xfrm>
            <a:off x="7991856" y="2276856"/>
            <a:ext cx="32004" cy="1527048"/>
          </a:xfrm>
          <a:prstGeom prst="rect">
            <a:avLst/>
          </a:prstGeom>
          <a:solidFill>
            <a:srgbClr val="0066B3"/>
          </a:solidFill>
          <a:ln w="12700">
            <a:solidFill>
              <a:srgbClr val="0066B3">
                <a:alpha val="0"/>
              </a:srgbClr>
            </a:solidFill>
            <a:prstDash val="solid"/>
          </a:ln>
        </p:spPr>
        <p:txBody>
          <a:bodyPr/>
          <a:lstStyle/>
          <a:p>
            <a:endParaRPr lang="en-US"/>
          </a:p>
        </p:txBody>
      </p:sp>
      <p:sp>
        <p:nvSpPr>
          <p:cNvPr id="24" name="Text 20"/>
          <p:cNvSpPr/>
          <p:nvPr/>
        </p:nvSpPr>
        <p:spPr>
          <a:xfrm>
            <a:off x="8156448" y="2432304"/>
            <a:ext cx="2990088" cy="274320"/>
          </a:xfrm>
          <a:prstGeom prst="rect">
            <a:avLst/>
          </a:prstGeom>
          <a:noFill/>
          <a:ln/>
        </p:spPr>
        <p:txBody>
          <a:bodyPr wrap="square" lIns="0" tIns="0" rIns="0" bIns="0" rtlCol="0" anchor="ctr"/>
          <a:lstStyle/>
          <a:p>
            <a:pPr marL="0" indent="0">
              <a:buNone/>
            </a:pPr>
            <a:r>
              <a:rPr lang="en-US" sz="1700" b="1" dirty="0">
                <a:solidFill>
                  <a:srgbClr val="0066B3"/>
                </a:solidFill>
                <a:latin typeface="Arial" pitchFamily="34" charset="0"/>
                <a:ea typeface="Arial" pitchFamily="34" charset="-122"/>
                <a:cs typeface="Arial" pitchFamily="34" charset="-120"/>
              </a:rPr>
              <a:t>Total-to-static efficiency</a:t>
            </a:r>
            <a:endParaRPr lang="en-US" sz="1700" dirty="0"/>
          </a:p>
        </p:txBody>
      </p:sp>
      <p:sp>
        <p:nvSpPr>
          <p:cNvPr id="25" name="Text 21"/>
          <p:cNvSpPr/>
          <p:nvPr/>
        </p:nvSpPr>
        <p:spPr>
          <a:xfrm>
            <a:off x="8156448" y="2907792"/>
            <a:ext cx="2990088" cy="448056"/>
          </a:xfrm>
          <a:prstGeom prst="rect">
            <a:avLst/>
          </a:prstGeom>
          <a:noFill/>
          <a:ln/>
        </p:spPr>
        <p:txBody>
          <a:bodyPr wrap="square" lIns="0" tIns="0" rIns="0" bIns="0" rtlCol="0" anchor="ctr"/>
          <a:lstStyle/>
          <a:p>
            <a:pPr marL="0" indent="0">
              <a:buNone/>
            </a:pPr>
            <a:r>
              <a:rPr lang="en-US" sz="3200" b="1" dirty="0">
                <a:solidFill>
                  <a:srgbClr val="172938"/>
                </a:solidFill>
                <a:latin typeface="Arial" pitchFamily="34" charset="0"/>
                <a:ea typeface="Arial" pitchFamily="34" charset="-122"/>
                <a:cs typeface="Arial" pitchFamily="34" charset="-120"/>
              </a:rPr>
              <a:t>0.688</a:t>
            </a:r>
            <a:endParaRPr lang="en-US" sz="3200" dirty="0"/>
          </a:p>
        </p:txBody>
      </p:sp>
      <p:sp>
        <p:nvSpPr>
          <p:cNvPr id="26" name="Text 22"/>
          <p:cNvSpPr/>
          <p:nvPr/>
        </p:nvSpPr>
        <p:spPr>
          <a:xfrm>
            <a:off x="8156448" y="3456432"/>
            <a:ext cx="2990088" cy="210312"/>
          </a:xfrm>
          <a:prstGeom prst="rect">
            <a:avLst/>
          </a:prstGeom>
          <a:noFill/>
          <a:ln/>
        </p:spPr>
        <p:txBody>
          <a:bodyPr wrap="square" lIns="0" tIns="0" rIns="0" bIns="0" rtlCol="0" anchor="ctr"/>
          <a:lstStyle/>
          <a:p>
            <a:pPr marL="0" indent="0">
              <a:buNone/>
            </a:pPr>
            <a:r>
              <a:rPr lang="en-US" sz="1300" dirty="0">
                <a:solidFill>
                  <a:srgbClr val="576A79"/>
                </a:solidFill>
                <a:latin typeface="Arial" pitchFamily="34" charset="0"/>
                <a:ea typeface="Arial" pitchFamily="34" charset="-122"/>
                <a:cs typeface="Arial" pitchFamily="34" charset="-120"/>
              </a:rPr>
              <a:t>P_mech / (m_dot * dh_is)</a:t>
            </a:r>
            <a:endParaRPr lang="en-US" sz="1300" dirty="0"/>
          </a:p>
        </p:txBody>
      </p:sp>
      <p:pic>
        <p:nvPicPr>
          <p:cNvPr id="2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3723" y="4211793"/>
            <a:ext cx="8784554" cy="630282"/>
          </a:xfrm>
          <a:prstGeom prst="rect">
            <a:avLst/>
          </a:prstGeom>
        </p:spPr>
      </p:pic>
      <p:sp>
        <p:nvSpPr>
          <p:cNvPr id="28" name="Text 23"/>
          <p:cNvSpPr/>
          <p:nvPr/>
        </p:nvSpPr>
        <p:spPr>
          <a:xfrm>
            <a:off x="1051560" y="5175504"/>
            <a:ext cx="4251960" cy="310896"/>
          </a:xfrm>
          <a:prstGeom prst="rect">
            <a:avLst/>
          </a:prstGeom>
          <a:noFill/>
          <a:ln/>
        </p:spPr>
        <p:txBody>
          <a:bodyPr wrap="square" lIns="0" tIns="0" rIns="0" bIns="0" rtlCol="0" anchor="ctr"/>
          <a:lstStyle/>
          <a:p>
            <a:pPr marL="0" indent="0">
              <a:buNone/>
            </a:pPr>
            <a:r>
              <a:rPr lang="en-US" sz="2000" dirty="0">
                <a:solidFill>
                  <a:srgbClr val="576A79"/>
                </a:solidFill>
                <a:latin typeface="Arial" pitchFamily="34" charset="0"/>
                <a:ea typeface="Arial" pitchFamily="34" charset="-122"/>
                <a:cs typeface="Arial" pitchFamily="34" charset="-120"/>
              </a:rPr>
              <a:t>Disk friction: 0.337 kW</a:t>
            </a:r>
            <a:endParaRPr lang="en-US" sz="2000" dirty="0"/>
          </a:p>
        </p:txBody>
      </p:sp>
      <p:sp>
        <p:nvSpPr>
          <p:cNvPr id="29" name="Text 24"/>
          <p:cNvSpPr/>
          <p:nvPr/>
        </p:nvSpPr>
        <p:spPr>
          <a:xfrm>
            <a:off x="5669280" y="5175504"/>
            <a:ext cx="5513832" cy="310896"/>
          </a:xfrm>
          <a:prstGeom prst="rect">
            <a:avLst/>
          </a:prstGeom>
          <a:noFill/>
          <a:ln/>
        </p:spPr>
        <p:txBody>
          <a:bodyPr wrap="square" lIns="0" tIns="0" rIns="0" bIns="0" rtlCol="0" anchor="ctr"/>
          <a:lstStyle/>
          <a:p>
            <a:pPr marL="0" indent="0">
              <a:buNone/>
            </a:pPr>
            <a:r>
              <a:rPr lang="en-US" sz="2000" dirty="0">
                <a:solidFill>
                  <a:srgbClr val="576A79"/>
                </a:solidFill>
                <a:latin typeface="Arial" pitchFamily="34" charset="0"/>
                <a:ea typeface="Arial" pitchFamily="34" charset="-122"/>
                <a:cs typeface="Arial" pitchFamily="34" charset="-120"/>
              </a:rPr>
              <a:t>Partial-admission term: 0.028 kW</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GEOMETRY SUMMARY</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LOOK &amp; INTERPRET</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D — Read the output as a first-order machine</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J20</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Text 8"/>
          <p:cNvSpPr/>
          <p:nvPr/>
        </p:nvSpPr>
        <p:spPr>
          <a:xfrm>
            <a:off x="950976" y="2258568"/>
            <a:ext cx="4937760" cy="274320"/>
          </a:xfrm>
          <a:prstGeom prst="rect">
            <a:avLst/>
          </a:prstGeom>
          <a:noFill/>
          <a:ln/>
        </p:spPr>
        <p:txBody>
          <a:bodyPr wrap="square" lIns="0" tIns="0" rIns="0" bIns="0" rtlCol="0" anchor="ctr"/>
          <a:lstStyle/>
          <a:p>
            <a:pPr marL="0" indent="0">
              <a:buNone/>
            </a:pPr>
            <a:r>
              <a:rPr lang="en-US" sz="1300" b="1" kern="0" spc="30" dirty="0">
                <a:solidFill>
                  <a:srgbClr val="0066B3"/>
                </a:solidFill>
                <a:latin typeface="Arial" pitchFamily="34" charset="0"/>
                <a:ea typeface="Arial" pitchFamily="34" charset="-122"/>
                <a:cs typeface="Arial" pitchFamily="34" charset="-120"/>
              </a:rPr>
              <a:t>RADIAL SPAN VS. DIAMETER</a:t>
            </a:r>
            <a:endParaRPr lang="en-US" sz="1300" dirty="0"/>
          </a:p>
        </p:txBody>
      </p:sp>
      <p:sp>
        <p:nvSpPr>
          <p:cNvPr id="13" name="Shape 9"/>
          <p:cNvSpPr/>
          <p:nvPr/>
        </p:nvSpPr>
        <p:spPr>
          <a:xfrm>
            <a:off x="1005840" y="2898648"/>
            <a:ext cx="4489704" cy="0"/>
          </a:xfrm>
          <a:prstGeom prst="line">
            <a:avLst/>
          </a:prstGeom>
          <a:noFill/>
          <a:ln w="25400">
            <a:solidFill>
              <a:srgbClr val="0066B3"/>
            </a:solidFill>
            <a:prstDash val="solid"/>
          </a:ln>
        </p:spPr>
        <p:txBody>
          <a:bodyPr/>
          <a:lstStyle/>
          <a:p>
            <a:endParaRPr lang="en-US"/>
          </a:p>
        </p:txBody>
      </p:sp>
      <p:sp>
        <p:nvSpPr>
          <p:cNvPr id="14" name="Shape 10"/>
          <p:cNvSpPr/>
          <p:nvPr/>
        </p:nvSpPr>
        <p:spPr>
          <a:xfrm>
            <a:off x="1005840" y="4654296"/>
            <a:ext cx="4489704" cy="0"/>
          </a:xfrm>
          <a:prstGeom prst="line">
            <a:avLst/>
          </a:prstGeom>
          <a:noFill/>
          <a:ln w="25400">
            <a:solidFill>
              <a:srgbClr val="0066B3"/>
            </a:solidFill>
            <a:prstDash val="solid"/>
          </a:ln>
        </p:spPr>
        <p:txBody>
          <a:bodyPr/>
          <a:lstStyle/>
          <a:p>
            <a:endParaRPr lang="en-US"/>
          </a:p>
        </p:txBody>
      </p:sp>
      <p:sp>
        <p:nvSpPr>
          <p:cNvPr id="15" name="Shape 11"/>
          <p:cNvSpPr/>
          <p:nvPr/>
        </p:nvSpPr>
        <p:spPr>
          <a:xfrm>
            <a:off x="1005840" y="3776472"/>
            <a:ext cx="4489704" cy="0"/>
          </a:xfrm>
          <a:prstGeom prst="line">
            <a:avLst/>
          </a:prstGeom>
          <a:noFill/>
          <a:ln w="12700">
            <a:solidFill>
              <a:srgbClr val="576A79"/>
            </a:solidFill>
            <a:prstDash val="dash"/>
          </a:ln>
        </p:spPr>
        <p:txBody>
          <a:bodyPr/>
          <a:lstStyle/>
          <a:p>
            <a:endParaRPr lang="en-US"/>
          </a:p>
        </p:txBody>
      </p:sp>
      <p:sp>
        <p:nvSpPr>
          <p:cNvPr id="16" name="Shape 12"/>
          <p:cNvSpPr/>
          <p:nvPr/>
        </p:nvSpPr>
        <p:spPr>
          <a:xfrm>
            <a:off x="2212848" y="3054096"/>
            <a:ext cx="329184" cy="1444752"/>
          </a:xfrm>
          <a:prstGeom prst="rect">
            <a:avLst/>
          </a:prstGeom>
          <a:solidFill>
            <a:srgbClr val="EAF3F8"/>
          </a:solidFill>
          <a:ln w="12700">
            <a:solidFill>
              <a:srgbClr val="EAF3F8">
                <a:alpha val="0"/>
              </a:srgbClr>
            </a:solidFill>
            <a:prstDash val="solid"/>
          </a:ln>
        </p:spPr>
        <p:txBody>
          <a:bodyPr/>
          <a:lstStyle/>
          <a:p>
            <a:endParaRPr lang="en-US"/>
          </a:p>
        </p:txBody>
      </p:sp>
      <p:sp>
        <p:nvSpPr>
          <p:cNvPr id="17" name="Shape 13"/>
          <p:cNvSpPr/>
          <p:nvPr/>
        </p:nvSpPr>
        <p:spPr>
          <a:xfrm>
            <a:off x="3849624" y="3054096"/>
            <a:ext cx="329184" cy="1444752"/>
          </a:xfrm>
          <a:prstGeom prst="rect">
            <a:avLst/>
          </a:prstGeom>
          <a:solidFill>
            <a:srgbClr val="EAF3F8"/>
          </a:solidFill>
          <a:ln w="12700">
            <a:solidFill>
              <a:srgbClr val="EAF3F8">
                <a:alpha val="0"/>
              </a:srgbClr>
            </a:solidFill>
            <a:prstDash val="solid"/>
          </a:ln>
        </p:spPr>
        <p:txBody>
          <a:bodyPr/>
          <a:lstStyle/>
          <a:p>
            <a:endParaRPr lang="en-US"/>
          </a:p>
        </p:txBody>
      </p:sp>
      <p:sp>
        <p:nvSpPr>
          <p:cNvPr id="18" name="Shape 14"/>
          <p:cNvSpPr/>
          <p:nvPr/>
        </p:nvSpPr>
        <p:spPr>
          <a:xfrm>
            <a:off x="5157216" y="2898648"/>
            <a:ext cx="0" cy="1755648"/>
          </a:xfrm>
          <a:prstGeom prst="line">
            <a:avLst/>
          </a:prstGeom>
          <a:noFill/>
          <a:ln w="17780">
            <a:solidFill>
              <a:srgbClr val="C97421"/>
            </a:solidFill>
            <a:prstDash val="solid"/>
            <a:headEnd type="triangle"/>
            <a:tailEnd type="triangle"/>
          </a:ln>
        </p:spPr>
        <p:txBody>
          <a:bodyPr/>
          <a:lstStyle/>
          <a:p>
            <a:endParaRPr lang="en-US"/>
          </a:p>
        </p:txBody>
      </p:sp>
      <p:sp>
        <p:nvSpPr>
          <p:cNvPr id="19" name="Text 15"/>
          <p:cNvSpPr/>
          <p:nvPr/>
        </p:nvSpPr>
        <p:spPr>
          <a:xfrm>
            <a:off x="5349240" y="3602736"/>
            <a:ext cx="548640" cy="301752"/>
          </a:xfrm>
          <a:prstGeom prst="rect">
            <a:avLst/>
          </a:prstGeom>
          <a:noFill/>
          <a:ln/>
        </p:spPr>
        <p:txBody>
          <a:bodyPr wrap="square" lIns="0" tIns="0" rIns="0" bIns="0" rtlCol="0" anchor="ctr"/>
          <a:lstStyle/>
          <a:p>
            <a:pPr marL="0" indent="0">
              <a:buNone/>
            </a:pPr>
            <a:r>
              <a:rPr lang="en-US" sz="2200" b="1" dirty="0">
                <a:solidFill>
                  <a:srgbClr val="C97421"/>
                </a:solidFill>
                <a:latin typeface="Arial" pitchFamily="34" charset="0"/>
                <a:ea typeface="Arial" pitchFamily="34" charset="-122"/>
                <a:cs typeface="Arial" pitchFamily="34" charset="-120"/>
              </a:rPr>
              <a:t>h</a:t>
            </a:r>
            <a:endParaRPr lang="en-US" sz="2200" dirty="0"/>
          </a:p>
        </p:txBody>
      </p:sp>
      <p:sp>
        <p:nvSpPr>
          <p:cNvPr id="20" name="Text 16"/>
          <p:cNvSpPr/>
          <p:nvPr/>
        </p:nvSpPr>
        <p:spPr>
          <a:xfrm>
            <a:off x="1005840" y="4791456"/>
            <a:ext cx="1325880" cy="256032"/>
          </a:xfrm>
          <a:prstGeom prst="rect">
            <a:avLst/>
          </a:prstGeom>
          <a:noFill/>
          <a:ln/>
        </p:spPr>
        <p:txBody>
          <a:bodyPr wrap="square" lIns="0" tIns="0" rIns="0" bIns="0" rtlCol="0" anchor="ctr"/>
          <a:lstStyle/>
          <a:p>
            <a:pPr marL="0" indent="0">
              <a:buNone/>
            </a:pPr>
            <a:r>
              <a:rPr lang="en-US" sz="1700" dirty="0">
                <a:solidFill>
                  <a:srgbClr val="0066B3"/>
                </a:solidFill>
                <a:latin typeface="Arial" pitchFamily="34" charset="0"/>
                <a:ea typeface="Arial" pitchFamily="34" charset="-122"/>
                <a:cs typeface="Arial" pitchFamily="34" charset="-120"/>
              </a:rPr>
              <a:t>hub</a:t>
            </a:r>
            <a:endParaRPr lang="en-US" sz="1700" dirty="0"/>
          </a:p>
        </p:txBody>
      </p:sp>
      <p:sp>
        <p:nvSpPr>
          <p:cNvPr id="21" name="Text 17"/>
          <p:cNvSpPr/>
          <p:nvPr/>
        </p:nvSpPr>
        <p:spPr>
          <a:xfrm>
            <a:off x="1005840" y="2587752"/>
            <a:ext cx="1325880" cy="256032"/>
          </a:xfrm>
          <a:prstGeom prst="rect">
            <a:avLst/>
          </a:prstGeom>
          <a:noFill/>
          <a:ln/>
        </p:spPr>
        <p:txBody>
          <a:bodyPr wrap="square" lIns="0" tIns="0" rIns="0" bIns="0" rtlCol="0" anchor="ctr"/>
          <a:lstStyle/>
          <a:p>
            <a:pPr marL="0" indent="0">
              <a:buNone/>
            </a:pPr>
            <a:r>
              <a:rPr lang="en-US" sz="1700" dirty="0">
                <a:solidFill>
                  <a:srgbClr val="0066B3"/>
                </a:solidFill>
                <a:latin typeface="Arial" pitchFamily="34" charset="0"/>
                <a:ea typeface="Arial" pitchFamily="34" charset="-122"/>
                <a:cs typeface="Arial" pitchFamily="34" charset="-120"/>
              </a:rPr>
              <a:t>tip</a:t>
            </a:r>
            <a:endParaRPr lang="en-US" sz="1700" dirty="0"/>
          </a:p>
        </p:txBody>
      </p:sp>
      <p:sp>
        <p:nvSpPr>
          <p:cNvPr id="22" name="Text 18"/>
          <p:cNvSpPr/>
          <p:nvPr/>
        </p:nvSpPr>
        <p:spPr>
          <a:xfrm>
            <a:off x="1005840" y="3401568"/>
            <a:ext cx="1097280" cy="256032"/>
          </a:xfrm>
          <a:prstGeom prst="rect">
            <a:avLst/>
          </a:prstGeom>
          <a:noFill/>
          <a:ln/>
        </p:spPr>
        <p:txBody>
          <a:bodyPr wrap="square" lIns="0" tIns="0" rIns="0" bIns="0" rtlCol="0" anchor="ctr"/>
          <a:lstStyle/>
          <a:p>
            <a:pPr marL="0" indent="0">
              <a:buNone/>
            </a:pPr>
            <a:r>
              <a:rPr lang="en-US" sz="1600" dirty="0">
                <a:solidFill>
                  <a:srgbClr val="576A79"/>
                </a:solidFill>
                <a:latin typeface="Arial" pitchFamily="34" charset="0"/>
                <a:ea typeface="Arial" pitchFamily="34" charset="-122"/>
                <a:cs typeface="Arial" pitchFamily="34" charset="-120"/>
              </a:rPr>
              <a:t>mean</a:t>
            </a:r>
            <a:endParaRPr lang="en-US" sz="1600" dirty="0"/>
          </a:p>
        </p:txBody>
      </p:sp>
      <p:sp>
        <p:nvSpPr>
          <p:cNvPr id="23" name="Shape 19"/>
          <p:cNvSpPr/>
          <p:nvPr/>
        </p:nvSpPr>
        <p:spPr>
          <a:xfrm>
            <a:off x="6181344" y="2313432"/>
            <a:ext cx="5093208" cy="548640"/>
          </a:xfrm>
          <a:prstGeom prst="rect">
            <a:avLst/>
          </a:prstGeom>
          <a:solidFill>
            <a:srgbClr val="F2F5F7"/>
          </a:solidFill>
          <a:ln w="12700">
            <a:solidFill>
              <a:srgbClr val="F2F5F7">
                <a:alpha val="0"/>
              </a:srgbClr>
            </a:solidFill>
            <a:prstDash val="solid"/>
          </a:ln>
        </p:spPr>
        <p:txBody>
          <a:bodyPr/>
          <a:lstStyle/>
          <a:p>
            <a:endParaRPr lang="en-US"/>
          </a:p>
        </p:txBody>
      </p:sp>
      <p:sp>
        <p:nvSpPr>
          <p:cNvPr id="24" name="Text 20"/>
          <p:cNvSpPr/>
          <p:nvPr/>
        </p:nvSpPr>
        <p:spPr>
          <a:xfrm>
            <a:off x="6318504" y="2423160"/>
            <a:ext cx="2331720" cy="310896"/>
          </a:xfrm>
          <a:prstGeom prst="rect">
            <a:avLst/>
          </a:prstGeom>
          <a:noFill/>
          <a:ln/>
        </p:spPr>
        <p:txBody>
          <a:bodyPr wrap="square" lIns="0" tIns="0" rIns="0" bIns="0" rtlCol="0" anchor="ctr"/>
          <a:lstStyle/>
          <a:p>
            <a:pPr marL="0" indent="0">
              <a:buNone/>
            </a:pPr>
            <a:r>
              <a:rPr lang="en-US" sz="1800" dirty="0">
                <a:solidFill>
                  <a:srgbClr val="172938"/>
                </a:solidFill>
                <a:latin typeface="Arial" pitchFamily="34" charset="0"/>
                <a:ea typeface="Arial" pitchFamily="34" charset="-122"/>
                <a:cs typeface="Arial" pitchFamily="34" charset="-120"/>
              </a:rPr>
              <a:t>Mean diameter</a:t>
            </a:r>
            <a:endParaRPr lang="en-US" sz="1800" dirty="0"/>
          </a:p>
        </p:txBody>
      </p:sp>
      <p:sp>
        <p:nvSpPr>
          <p:cNvPr id="25" name="Text 21"/>
          <p:cNvSpPr/>
          <p:nvPr/>
        </p:nvSpPr>
        <p:spPr>
          <a:xfrm>
            <a:off x="8851392" y="2423160"/>
            <a:ext cx="2212848" cy="310896"/>
          </a:xfrm>
          <a:prstGeom prst="rect">
            <a:avLst/>
          </a:prstGeom>
          <a:noFill/>
          <a:ln/>
        </p:spPr>
        <p:txBody>
          <a:bodyPr wrap="square" lIns="0" tIns="0" rIns="0" bIns="0" rtlCol="0" anchor="ctr"/>
          <a:lstStyle/>
          <a:p>
            <a:pPr marL="0" indent="0" algn="r">
              <a:buNone/>
            </a:pPr>
            <a:r>
              <a:rPr lang="en-US" sz="2000" b="1" dirty="0">
                <a:solidFill>
                  <a:srgbClr val="0066B3"/>
                </a:solidFill>
                <a:latin typeface="Arial" pitchFamily="34" charset="0"/>
                <a:ea typeface="Arial" pitchFamily="34" charset="-122"/>
                <a:cs typeface="Arial" pitchFamily="34" charset="-120"/>
              </a:rPr>
              <a:t>200.0 mm</a:t>
            </a:r>
            <a:endParaRPr lang="en-US" sz="2000" dirty="0"/>
          </a:p>
        </p:txBody>
      </p:sp>
      <p:sp>
        <p:nvSpPr>
          <p:cNvPr id="26" name="Text 22"/>
          <p:cNvSpPr/>
          <p:nvPr/>
        </p:nvSpPr>
        <p:spPr>
          <a:xfrm>
            <a:off x="6318504" y="3017520"/>
            <a:ext cx="2331720" cy="310896"/>
          </a:xfrm>
          <a:prstGeom prst="rect">
            <a:avLst/>
          </a:prstGeom>
          <a:noFill/>
          <a:ln/>
        </p:spPr>
        <p:txBody>
          <a:bodyPr wrap="square" lIns="0" tIns="0" rIns="0" bIns="0" rtlCol="0" anchor="ctr"/>
          <a:lstStyle/>
          <a:p>
            <a:pPr marL="0" indent="0">
              <a:buNone/>
            </a:pPr>
            <a:r>
              <a:rPr lang="en-US" sz="1800" dirty="0">
                <a:solidFill>
                  <a:srgbClr val="172938"/>
                </a:solidFill>
                <a:latin typeface="Arial" pitchFamily="34" charset="0"/>
                <a:ea typeface="Arial" pitchFamily="34" charset="-122"/>
                <a:cs typeface="Arial" pitchFamily="34" charset="-120"/>
              </a:rPr>
              <a:t>Rotor hub / tip</a:t>
            </a:r>
            <a:endParaRPr lang="en-US" sz="1800" dirty="0"/>
          </a:p>
        </p:txBody>
      </p:sp>
      <p:sp>
        <p:nvSpPr>
          <p:cNvPr id="27" name="Text 23"/>
          <p:cNvSpPr/>
          <p:nvPr/>
        </p:nvSpPr>
        <p:spPr>
          <a:xfrm>
            <a:off x="8851392" y="3017520"/>
            <a:ext cx="2212848" cy="310896"/>
          </a:xfrm>
          <a:prstGeom prst="rect">
            <a:avLst/>
          </a:prstGeom>
          <a:noFill/>
          <a:ln/>
        </p:spPr>
        <p:txBody>
          <a:bodyPr wrap="square" lIns="0" tIns="0" rIns="0" bIns="0" rtlCol="0" anchor="ctr"/>
          <a:lstStyle/>
          <a:p>
            <a:pPr marL="0" indent="0" algn="r">
              <a:buNone/>
            </a:pPr>
            <a:r>
              <a:rPr lang="en-US" sz="2000" b="1" dirty="0">
                <a:solidFill>
                  <a:srgbClr val="0066B3"/>
                </a:solidFill>
                <a:latin typeface="Arial" pitchFamily="34" charset="0"/>
                <a:ea typeface="Arial" pitchFamily="34" charset="-122"/>
                <a:cs typeface="Arial" pitchFamily="34" charset="-120"/>
              </a:rPr>
              <a:t>191.7 / 208.3 mm</a:t>
            </a:r>
            <a:endParaRPr lang="en-US" sz="2000" dirty="0"/>
          </a:p>
        </p:txBody>
      </p:sp>
      <p:sp>
        <p:nvSpPr>
          <p:cNvPr id="28" name="Shape 24"/>
          <p:cNvSpPr/>
          <p:nvPr/>
        </p:nvSpPr>
        <p:spPr>
          <a:xfrm>
            <a:off x="6181344" y="3502152"/>
            <a:ext cx="5093208" cy="548640"/>
          </a:xfrm>
          <a:prstGeom prst="rect">
            <a:avLst/>
          </a:prstGeom>
          <a:solidFill>
            <a:srgbClr val="F2F5F7"/>
          </a:solidFill>
          <a:ln w="12700">
            <a:solidFill>
              <a:srgbClr val="F2F5F7">
                <a:alpha val="0"/>
              </a:srgbClr>
            </a:solidFill>
            <a:prstDash val="solid"/>
          </a:ln>
        </p:spPr>
        <p:txBody>
          <a:bodyPr/>
          <a:lstStyle/>
          <a:p>
            <a:endParaRPr lang="en-US"/>
          </a:p>
        </p:txBody>
      </p:sp>
      <p:sp>
        <p:nvSpPr>
          <p:cNvPr id="29" name="Text 25"/>
          <p:cNvSpPr/>
          <p:nvPr/>
        </p:nvSpPr>
        <p:spPr>
          <a:xfrm>
            <a:off x="6318504" y="3611880"/>
            <a:ext cx="2331720" cy="310896"/>
          </a:xfrm>
          <a:prstGeom prst="rect">
            <a:avLst/>
          </a:prstGeom>
          <a:noFill/>
          <a:ln/>
        </p:spPr>
        <p:txBody>
          <a:bodyPr wrap="square" lIns="0" tIns="0" rIns="0" bIns="0" rtlCol="0" anchor="ctr"/>
          <a:lstStyle/>
          <a:p>
            <a:pPr marL="0" indent="0">
              <a:buNone/>
            </a:pPr>
            <a:r>
              <a:rPr lang="en-US" sz="1800" dirty="0">
                <a:solidFill>
                  <a:srgbClr val="172938"/>
                </a:solidFill>
                <a:latin typeface="Arial" pitchFamily="34" charset="0"/>
                <a:ea typeface="Arial" pitchFamily="34" charset="-122"/>
                <a:cs typeface="Arial" pitchFamily="34" charset="-120"/>
              </a:rPr>
              <a:t>Rotor height</a:t>
            </a:r>
            <a:endParaRPr lang="en-US" sz="1800" dirty="0"/>
          </a:p>
        </p:txBody>
      </p:sp>
      <p:sp>
        <p:nvSpPr>
          <p:cNvPr id="30" name="Text 26"/>
          <p:cNvSpPr/>
          <p:nvPr/>
        </p:nvSpPr>
        <p:spPr>
          <a:xfrm>
            <a:off x="8851392" y="3611880"/>
            <a:ext cx="2212848" cy="310896"/>
          </a:xfrm>
          <a:prstGeom prst="rect">
            <a:avLst/>
          </a:prstGeom>
          <a:noFill/>
          <a:ln/>
        </p:spPr>
        <p:txBody>
          <a:bodyPr wrap="square" lIns="0" tIns="0" rIns="0" bIns="0" rtlCol="0" anchor="ctr"/>
          <a:lstStyle/>
          <a:p>
            <a:pPr marL="0" indent="0" algn="r">
              <a:buNone/>
            </a:pPr>
            <a:r>
              <a:rPr lang="en-US" sz="2000" b="1" dirty="0">
                <a:solidFill>
                  <a:srgbClr val="0066B3"/>
                </a:solidFill>
                <a:latin typeface="Arial" pitchFamily="34" charset="0"/>
                <a:ea typeface="Arial" pitchFamily="34" charset="-122"/>
                <a:cs typeface="Arial" pitchFamily="34" charset="-120"/>
              </a:rPr>
              <a:t>8.25 mm</a:t>
            </a:r>
            <a:endParaRPr lang="en-US" sz="2000" dirty="0"/>
          </a:p>
        </p:txBody>
      </p:sp>
      <p:sp>
        <p:nvSpPr>
          <p:cNvPr id="31" name="Text 27"/>
          <p:cNvSpPr/>
          <p:nvPr/>
        </p:nvSpPr>
        <p:spPr>
          <a:xfrm>
            <a:off x="6318504" y="4206240"/>
            <a:ext cx="2331720" cy="310896"/>
          </a:xfrm>
          <a:prstGeom prst="rect">
            <a:avLst/>
          </a:prstGeom>
          <a:noFill/>
          <a:ln/>
        </p:spPr>
        <p:txBody>
          <a:bodyPr wrap="square" lIns="0" tIns="0" rIns="0" bIns="0" rtlCol="0" anchor="ctr"/>
          <a:lstStyle/>
          <a:p>
            <a:pPr marL="0" indent="0">
              <a:buNone/>
            </a:pPr>
            <a:r>
              <a:rPr lang="en-US" sz="1800" dirty="0">
                <a:solidFill>
                  <a:srgbClr val="172938"/>
                </a:solidFill>
                <a:latin typeface="Arial" pitchFamily="34" charset="0"/>
                <a:ea typeface="Arial" pitchFamily="34" charset="-122"/>
                <a:cs typeface="Arial" pitchFamily="34" charset="-120"/>
              </a:rPr>
              <a:t>Stator / rotor count</a:t>
            </a:r>
            <a:endParaRPr lang="en-US" sz="1800" dirty="0"/>
          </a:p>
        </p:txBody>
      </p:sp>
      <p:sp>
        <p:nvSpPr>
          <p:cNvPr id="32" name="Text 28"/>
          <p:cNvSpPr/>
          <p:nvPr/>
        </p:nvSpPr>
        <p:spPr>
          <a:xfrm>
            <a:off x="8851392" y="4206240"/>
            <a:ext cx="2212848" cy="310896"/>
          </a:xfrm>
          <a:prstGeom prst="rect">
            <a:avLst/>
          </a:prstGeom>
          <a:noFill/>
          <a:ln/>
        </p:spPr>
        <p:txBody>
          <a:bodyPr wrap="square" lIns="0" tIns="0" rIns="0" bIns="0" rtlCol="0" anchor="ctr"/>
          <a:lstStyle/>
          <a:p>
            <a:pPr marL="0" indent="0" algn="r">
              <a:buNone/>
            </a:pPr>
            <a:r>
              <a:rPr lang="en-US" sz="2000" b="1" dirty="0">
                <a:solidFill>
                  <a:srgbClr val="0066B3"/>
                </a:solidFill>
                <a:latin typeface="Arial" pitchFamily="34" charset="0"/>
                <a:ea typeface="Arial" pitchFamily="34" charset="-122"/>
                <a:cs typeface="Arial" pitchFamily="34" charset="-120"/>
              </a:rPr>
              <a:t>24 / 25</a:t>
            </a:r>
            <a:endParaRPr lang="en-US" sz="2000" dirty="0"/>
          </a:p>
        </p:txBody>
      </p:sp>
      <p:sp>
        <p:nvSpPr>
          <p:cNvPr id="33" name="Shape 29"/>
          <p:cNvSpPr/>
          <p:nvPr/>
        </p:nvSpPr>
        <p:spPr>
          <a:xfrm>
            <a:off x="6181344" y="4690872"/>
            <a:ext cx="5093208" cy="548640"/>
          </a:xfrm>
          <a:prstGeom prst="rect">
            <a:avLst/>
          </a:prstGeom>
          <a:solidFill>
            <a:srgbClr val="F2F5F7"/>
          </a:solidFill>
          <a:ln w="12700">
            <a:solidFill>
              <a:srgbClr val="F2F5F7">
                <a:alpha val="0"/>
              </a:srgbClr>
            </a:solidFill>
            <a:prstDash val="solid"/>
          </a:ln>
        </p:spPr>
        <p:txBody>
          <a:bodyPr/>
          <a:lstStyle/>
          <a:p>
            <a:endParaRPr lang="en-US"/>
          </a:p>
        </p:txBody>
      </p:sp>
      <p:sp>
        <p:nvSpPr>
          <p:cNvPr id="34" name="Text 30"/>
          <p:cNvSpPr/>
          <p:nvPr/>
        </p:nvSpPr>
        <p:spPr>
          <a:xfrm>
            <a:off x="6318504" y="4800600"/>
            <a:ext cx="2331720" cy="310896"/>
          </a:xfrm>
          <a:prstGeom prst="rect">
            <a:avLst/>
          </a:prstGeom>
          <a:noFill/>
          <a:ln/>
        </p:spPr>
        <p:txBody>
          <a:bodyPr wrap="square" lIns="0" tIns="0" rIns="0" bIns="0" rtlCol="0" anchor="ctr"/>
          <a:lstStyle/>
          <a:p>
            <a:pPr marL="0" indent="0">
              <a:buNone/>
            </a:pPr>
            <a:r>
              <a:rPr lang="en-US" sz="1800" dirty="0">
                <a:solidFill>
                  <a:srgbClr val="172938"/>
                </a:solidFill>
                <a:latin typeface="Arial" pitchFamily="34" charset="0"/>
                <a:ea typeface="Arial" pitchFamily="34" charset="-122"/>
                <a:cs typeface="Arial" pitchFamily="34" charset="-120"/>
              </a:rPr>
              <a:t>Effective admission</a:t>
            </a:r>
            <a:endParaRPr lang="en-US" sz="1800" dirty="0"/>
          </a:p>
        </p:txBody>
      </p:sp>
      <p:sp>
        <p:nvSpPr>
          <p:cNvPr id="35" name="Text 31"/>
          <p:cNvSpPr/>
          <p:nvPr/>
        </p:nvSpPr>
        <p:spPr>
          <a:xfrm>
            <a:off x="8851392" y="4800600"/>
            <a:ext cx="2212848" cy="310896"/>
          </a:xfrm>
          <a:prstGeom prst="rect">
            <a:avLst/>
          </a:prstGeom>
          <a:noFill/>
          <a:ln/>
        </p:spPr>
        <p:txBody>
          <a:bodyPr wrap="square" lIns="0" tIns="0" rIns="0" bIns="0" rtlCol="0" anchor="ctr"/>
          <a:lstStyle/>
          <a:p>
            <a:pPr marL="0" indent="0" algn="r">
              <a:buNone/>
            </a:pPr>
            <a:r>
              <a:rPr lang="en-US" sz="2000" b="1" dirty="0">
                <a:solidFill>
                  <a:srgbClr val="0066B3"/>
                </a:solidFill>
                <a:latin typeface="Arial" pitchFamily="34" charset="0"/>
                <a:ea typeface="Arial" pitchFamily="34" charset="-122"/>
                <a:cs typeface="Arial" pitchFamily="34" charset="-120"/>
              </a:rPr>
              <a:t>0.995</a:t>
            </a:r>
            <a:endParaRPr lang="en-US" sz="2000" dirty="0"/>
          </a:p>
        </p:txBody>
      </p:sp>
      <p:sp>
        <p:nvSpPr>
          <p:cNvPr id="36" name="Shape 32"/>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37" name="Text 33"/>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A meanline design gives flow states </a:t>
            </a:r>
            <a:r>
              <a:rPr lang="en-US" sz="1700">
                <a:solidFill>
                  <a:srgbClr val="003B66"/>
                </a:solidFill>
                <a:latin typeface="Arial" pitchFamily="34" charset="0"/>
                <a:ea typeface="Arial" pitchFamily="34" charset="-122"/>
                <a:cs typeface="Arial" pitchFamily="34" charset="-120"/>
              </a:rPr>
              <a:t>and first</a:t>
            </a:r>
            <a:r>
              <a:rPr lang="cs-CZ" sz="1700">
                <a:solidFill>
                  <a:srgbClr val="003B66"/>
                </a:solidFill>
                <a:latin typeface="Arial" pitchFamily="34" charset="0"/>
                <a:ea typeface="Arial" pitchFamily="34" charset="-122"/>
                <a:cs typeface="Arial" pitchFamily="34" charset="-120"/>
              </a:rPr>
              <a:t> </a:t>
            </a:r>
            <a:r>
              <a:rPr lang="en-US" sz="1700">
                <a:solidFill>
                  <a:srgbClr val="003B66"/>
                </a:solidFill>
                <a:latin typeface="Arial" pitchFamily="34" charset="0"/>
                <a:ea typeface="Arial" pitchFamily="34" charset="-122"/>
                <a:cs typeface="Arial" pitchFamily="34" charset="-120"/>
              </a:rPr>
              <a:t>order</a:t>
            </a:r>
            <a:r>
              <a:rPr lang="cs-CZ" sz="1700">
                <a:solidFill>
                  <a:srgbClr val="003B66"/>
                </a:solidFill>
                <a:latin typeface="Arial" pitchFamily="34" charset="0"/>
                <a:ea typeface="Arial" pitchFamily="34" charset="-122"/>
                <a:cs typeface="Arial" pitchFamily="34" charset="-120"/>
              </a:rPr>
              <a:t> dimensions</a:t>
            </a:r>
            <a:endParaRPr lang="en-US" sz="17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PAIRED ENGINEERING EXPERIMENT</a:t>
            </a:r>
            <a:endParaRPr lang="en-US" sz="1100" dirty="0"/>
          </a:p>
        </p:txBody>
      </p:sp>
      <p:sp>
        <p:nvSpPr>
          <p:cNvPr id="4" name="Shape 1"/>
          <p:cNvSpPr/>
          <p:nvPr/>
        </p:nvSpPr>
        <p:spPr>
          <a:xfrm>
            <a:off x="9354312" y="704088"/>
            <a:ext cx="2075688" cy="292608"/>
          </a:xfrm>
          <a:prstGeom prst="rect">
            <a:avLst/>
          </a:prstGeom>
          <a:solidFill>
            <a:srgbClr val="C97421"/>
          </a:solidFill>
          <a:ln w="12700">
            <a:solidFill>
              <a:srgbClr val="C97421">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TRY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Change one input; predict two consequences</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J21</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23544" y="2258568"/>
            <a:ext cx="3383280" cy="2688336"/>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23544" y="2258568"/>
            <a:ext cx="32004" cy="2688336"/>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088136" y="2414016"/>
            <a:ext cx="3054096"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01  Shaft speed</a:t>
            </a:r>
            <a:endParaRPr lang="en-US" sz="2200" dirty="0"/>
          </a:p>
        </p:txBody>
      </p:sp>
      <p:sp>
        <p:nvSpPr>
          <p:cNvPr id="15" name="Text 11"/>
          <p:cNvSpPr/>
          <p:nvPr/>
        </p:nvSpPr>
        <p:spPr>
          <a:xfrm>
            <a:off x="1088136" y="3017520"/>
            <a:ext cx="3054096" cy="1773936"/>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Change n.</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Watch U/c_is and incidence.</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What happens to power?</a:t>
            </a:r>
            <a:endParaRPr lang="en-US" sz="2000" dirty="0"/>
          </a:p>
        </p:txBody>
      </p:sp>
      <p:sp>
        <p:nvSpPr>
          <p:cNvPr id="16" name="Shape 12"/>
          <p:cNvSpPr/>
          <p:nvPr/>
        </p:nvSpPr>
        <p:spPr>
          <a:xfrm>
            <a:off x="4489704" y="2258568"/>
            <a:ext cx="3383280" cy="2688336"/>
          </a:xfrm>
          <a:prstGeom prst="rect">
            <a:avLst/>
          </a:prstGeom>
          <a:solidFill>
            <a:srgbClr val="F2F5F7"/>
          </a:solidFill>
          <a:ln w="12700">
            <a:solidFill>
              <a:srgbClr val="F2F5F7">
                <a:alpha val="0"/>
              </a:srgbClr>
            </a:solidFill>
            <a:prstDash val="solid"/>
          </a:ln>
        </p:spPr>
        <p:txBody>
          <a:bodyPr/>
          <a:lstStyle/>
          <a:p>
            <a:endParaRPr lang="en-US"/>
          </a:p>
        </p:txBody>
      </p:sp>
      <p:sp>
        <p:nvSpPr>
          <p:cNvPr id="17" name="Shape 13"/>
          <p:cNvSpPr/>
          <p:nvPr/>
        </p:nvSpPr>
        <p:spPr>
          <a:xfrm>
            <a:off x="4489704" y="2258568"/>
            <a:ext cx="32004" cy="2688336"/>
          </a:xfrm>
          <a:prstGeom prst="rect">
            <a:avLst/>
          </a:prstGeom>
          <a:solidFill>
            <a:srgbClr val="168A91"/>
          </a:solidFill>
          <a:ln w="12700">
            <a:solidFill>
              <a:srgbClr val="168A91">
                <a:alpha val="0"/>
              </a:srgbClr>
            </a:solidFill>
            <a:prstDash val="solid"/>
          </a:ln>
        </p:spPr>
        <p:txBody>
          <a:bodyPr/>
          <a:lstStyle/>
          <a:p>
            <a:endParaRPr lang="en-US"/>
          </a:p>
        </p:txBody>
      </p:sp>
      <p:sp>
        <p:nvSpPr>
          <p:cNvPr id="18" name="Text 14"/>
          <p:cNvSpPr/>
          <p:nvPr/>
        </p:nvSpPr>
        <p:spPr>
          <a:xfrm>
            <a:off x="4654296" y="2414016"/>
            <a:ext cx="3054096"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02  Inlet metal angle</a:t>
            </a:r>
            <a:endParaRPr lang="en-US" sz="2200" dirty="0"/>
          </a:p>
        </p:txBody>
      </p:sp>
      <p:sp>
        <p:nvSpPr>
          <p:cNvPr id="19" name="Text 15"/>
          <p:cNvSpPr/>
          <p:nvPr/>
        </p:nvSpPr>
        <p:spPr>
          <a:xfrm>
            <a:off x="4654296" y="3017520"/>
            <a:ext cx="3054096" cy="1773936"/>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Change beta1.</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Compare metal and flow.</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Watch the rotor coefficient.</a:t>
            </a:r>
            <a:endParaRPr lang="en-US" sz="2000" dirty="0"/>
          </a:p>
        </p:txBody>
      </p:sp>
      <p:sp>
        <p:nvSpPr>
          <p:cNvPr id="20" name="Shape 16"/>
          <p:cNvSpPr/>
          <p:nvPr/>
        </p:nvSpPr>
        <p:spPr>
          <a:xfrm>
            <a:off x="8055864" y="2258568"/>
            <a:ext cx="3246120" cy="2688336"/>
          </a:xfrm>
          <a:prstGeom prst="rect">
            <a:avLst/>
          </a:prstGeom>
          <a:solidFill>
            <a:srgbClr val="F2F5F7"/>
          </a:solidFill>
          <a:ln w="12700">
            <a:solidFill>
              <a:srgbClr val="F2F5F7">
                <a:alpha val="0"/>
              </a:srgbClr>
            </a:solidFill>
            <a:prstDash val="solid"/>
          </a:ln>
        </p:spPr>
        <p:txBody>
          <a:bodyPr/>
          <a:lstStyle/>
          <a:p>
            <a:endParaRPr lang="en-US"/>
          </a:p>
        </p:txBody>
      </p:sp>
      <p:sp>
        <p:nvSpPr>
          <p:cNvPr id="21" name="Shape 17"/>
          <p:cNvSpPr/>
          <p:nvPr/>
        </p:nvSpPr>
        <p:spPr>
          <a:xfrm>
            <a:off x="8055864" y="2258568"/>
            <a:ext cx="32004" cy="2688336"/>
          </a:xfrm>
          <a:prstGeom prst="rect">
            <a:avLst/>
          </a:prstGeom>
          <a:solidFill>
            <a:srgbClr val="0066B3"/>
          </a:solidFill>
          <a:ln w="12700">
            <a:solidFill>
              <a:srgbClr val="0066B3">
                <a:alpha val="0"/>
              </a:srgbClr>
            </a:solidFill>
            <a:prstDash val="solid"/>
          </a:ln>
        </p:spPr>
        <p:txBody>
          <a:bodyPr/>
          <a:lstStyle/>
          <a:p>
            <a:endParaRPr lang="en-US"/>
          </a:p>
        </p:txBody>
      </p:sp>
      <p:sp>
        <p:nvSpPr>
          <p:cNvPr id="22" name="Text 18"/>
          <p:cNvSpPr/>
          <p:nvPr/>
        </p:nvSpPr>
        <p:spPr>
          <a:xfrm>
            <a:off x="8220456" y="2414016"/>
            <a:ext cx="2916936"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03  Outlet metal angle</a:t>
            </a:r>
            <a:endParaRPr lang="en-US" sz="2200" dirty="0"/>
          </a:p>
        </p:txBody>
      </p:sp>
      <p:sp>
        <p:nvSpPr>
          <p:cNvPr id="23" name="Text 19"/>
          <p:cNvSpPr/>
          <p:nvPr/>
        </p:nvSpPr>
        <p:spPr>
          <a:xfrm>
            <a:off x="8220456" y="3017520"/>
            <a:ext cx="2916936" cy="1773936"/>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Change beta2.</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Watch c2u and efficiency.</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Does zero swirl appear?</a:t>
            </a:r>
            <a:endParaRPr lang="en-US" sz="2000" dirty="0"/>
          </a:p>
        </p:txBody>
      </p:sp>
      <p:sp>
        <p:nvSpPr>
          <p:cNvPr id="24" name="Text 20"/>
          <p:cNvSpPr/>
          <p:nvPr/>
        </p:nvSpPr>
        <p:spPr>
          <a:xfrm>
            <a:off x="955548" y="5532119"/>
            <a:ext cx="10332720" cy="310896"/>
          </a:xfrm>
          <a:prstGeom prst="rect">
            <a:avLst/>
          </a:prstGeom>
          <a:noFill/>
          <a:ln/>
        </p:spPr>
        <p:txBody>
          <a:bodyPr wrap="square" lIns="0" tIns="0" rIns="0" bIns="0" rtlCol="0" anchor="ctr"/>
          <a:lstStyle/>
          <a:p>
            <a:pPr marL="0" indent="0">
              <a:buNone/>
            </a:pPr>
            <a:r>
              <a:rPr lang="en-US" sz="2000" b="1" dirty="0">
                <a:solidFill>
                  <a:srgbClr val="0066B3"/>
                </a:solidFill>
                <a:latin typeface="Arial" pitchFamily="34" charset="0"/>
                <a:ea typeface="Arial" pitchFamily="34" charset="-122"/>
                <a:cs typeface="Arial" pitchFamily="34" charset="-120"/>
              </a:rPr>
              <a:t>Choose one case. Record the baseline. Make one change. Explain the trade-off.</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REDUCED OFF-DESIGN</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RUN ONLY</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E — Freeze the geometry before creating the handoff</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J23</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41832" y="2276856"/>
            <a:ext cx="4946904" cy="2377440"/>
          </a:xfrm>
          <a:prstGeom prst="rect">
            <a:avLst/>
          </a:prstGeom>
          <a:solidFill>
            <a:srgbClr val="F2F5F7"/>
          </a:solidFill>
          <a:ln w="12700">
            <a:solidFill>
              <a:srgbClr val="F2F5F7">
                <a:alpha val="0"/>
              </a:srgbClr>
            </a:solidFill>
            <a:prstDash val="solid"/>
          </a:ln>
        </p:spPr>
        <p:txBody>
          <a:bodyPr/>
          <a:lstStyle/>
          <a:p>
            <a:endParaRPr lang="en-US"/>
          </a:p>
        </p:txBody>
      </p:sp>
      <p:sp>
        <p:nvSpPr>
          <p:cNvPr id="13" name="Shape 9"/>
          <p:cNvSpPr/>
          <p:nvPr/>
        </p:nvSpPr>
        <p:spPr>
          <a:xfrm>
            <a:off x="941832" y="2276856"/>
            <a:ext cx="32004" cy="2377440"/>
          </a:xfrm>
          <a:prstGeom prst="rect">
            <a:avLst/>
          </a:prstGeom>
          <a:solidFill>
            <a:srgbClr val="0066B3"/>
          </a:solidFill>
          <a:ln w="12700">
            <a:solidFill>
              <a:srgbClr val="0066B3">
                <a:alpha val="0"/>
              </a:srgbClr>
            </a:solidFill>
            <a:prstDash val="solid"/>
          </a:ln>
        </p:spPr>
        <p:txBody>
          <a:bodyPr/>
          <a:lstStyle/>
          <a:p>
            <a:endParaRPr lang="en-US"/>
          </a:p>
        </p:txBody>
      </p:sp>
      <p:sp>
        <p:nvSpPr>
          <p:cNvPr id="14" name="Text 10"/>
          <p:cNvSpPr/>
          <p:nvPr/>
        </p:nvSpPr>
        <p:spPr>
          <a:xfrm>
            <a:off x="1106424" y="2432304"/>
            <a:ext cx="4617720"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Hardware stays fixed</a:t>
            </a:r>
            <a:endParaRPr lang="en-US" sz="2200" dirty="0"/>
          </a:p>
        </p:txBody>
      </p:sp>
      <p:sp>
        <p:nvSpPr>
          <p:cNvPr id="15" name="Text 11"/>
          <p:cNvSpPr/>
          <p:nvPr/>
        </p:nvSpPr>
        <p:spPr>
          <a:xfrm>
            <a:off x="1106424" y="3035808"/>
            <a:ext cx="4617720" cy="1463040"/>
          </a:xfrm>
          <a:prstGeom prst="rect">
            <a:avLst/>
          </a:prstGeom>
          <a:noFill/>
          <a:ln/>
        </p:spPr>
        <p:txBody>
          <a:bodyPr wrap="square" lIns="0" tIns="0" rIns="0" bIns="0" rtlCol="0" anchor="t"/>
          <a:lstStyle/>
          <a:p>
            <a:pPr marL="0" indent="0">
              <a:buNone/>
            </a:pPr>
            <a:r>
              <a:rPr lang="en-US" sz="2100" dirty="0">
                <a:solidFill>
                  <a:srgbClr val="172938"/>
                </a:solidFill>
                <a:latin typeface="Arial" pitchFamily="34" charset="0"/>
                <a:ea typeface="Arial" pitchFamily="34" charset="-122"/>
                <a:cs typeface="Arial" pitchFamily="34" charset="-120"/>
              </a:rPr>
              <a:t>A*, A_out, diameter and height</a:t>
            </a:r>
            <a:endParaRPr lang="en-US" sz="2100" dirty="0"/>
          </a:p>
          <a:p>
            <a:pPr marL="0" indent="0">
              <a:buNone/>
            </a:pPr>
            <a:r>
              <a:rPr lang="en-US" sz="2100" dirty="0">
                <a:solidFill>
                  <a:srgbClr val="172938"/>
                </a:solidFill>
                <a:latin typeface="Arial" pitchFamily="34" charset="0"/>
                <a:ea typeface="Arial" pitchFamily="34" charset="-122"/>
                <a:cs typeface="Arial" pitchFamily="34" charset="-120"/>
              </a:rPr>
              <a:t>Pitch, blade counts and metal angles</a:t>
            </a:r>
            <a:endParaRPr lang="en-US" sz="2100" dirty="0"/>
          </a:p>
        </p:txBody>
      </p:sp>
      <p:sp>
        <p:nvSpPr>
          <p:cNvPr id="16" name="Shape 12"/>
          <p:cNvSpPr/>
          <p:nvPr/>
        </p:nvSpPr>
        <p:spPr>
          <a:xfrm>
            <a:off x="6272784" y="2276856"/>
            <a:ext cx="4946904" cy="2377440"/>
          </a:xfrm>
          <a:prstGeom prst="rect">
            <a:avLst/>
          </a:prstGeom>
          <a:solidFill>
            <a:srgbClr val="F2F5F7"/>
          </a:solidFill>
          <a:ln w="12700">
            <a:solidFill>
              <a:srgbClr val="F2F5F7">
                <a:alpha val="0"/>
              </a:srgbClr>
            </a:solidFill>
            <a:prstDash val="solid"/>
          </a:ln>
        </p:spPr>
        <p:txBody>
          <a:bodyPr/>
          <a:lstStyle/>
          <a:p>
            <a:endParaRPr lang="en-US"/>
          </a:p>
        </p:txBody>
      </p:sp>
      <p:sp>
        <p:nvSpPr>
          <p:cNvPr id="17" name="Shape 13"/>
          <p:cNvSpPr/>
          <p:nvPr/>
        </p:nvSpPr>
        <p:spPr>
          <a:xfrm>
            <a:off x="6272784" y="2276856"/>
            <a:ext cx="32004" cy="2377440"/>
          </a:xfrm>
          <a:prstGeom prst="rect">
            <a:avLst/>
          </a:prstGeom>
          <a:solidFill>
            <a:srgbClr val="168A91"/>
          </a:solidFill>
          <a:ln w="12700">
            <a:solidFill>
              <a:srgbClr val="168A91">
                <a:alpha val="0"/>
              </a:srgbClr>
            </a:solidFill>
            <a:prstDash val="solid"/>
          </a:ln>
        </p:spPr>
        <p:txBody>
          <a:bodyPr/>
          <a:lstStyle/>
          <a:p>
            <a:endParaRPr lang="en-US"/>
          </a:p>
        </p:txBody>
      </p:sp>
      <p:sp>
        <p:nvSpPr>
          <p:cNvPr id="18" name="Text 14"/>
          <p:cNvSpPr/>
          <p:nvPr/>
        </p:nvSpPr>
        <p:spPr>
          <a:xfrm>
            <a:off x="6437376" y="2432304"/>
            <a:ext cx="4617720"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Operating state can change</a:t>
            </a:r>
            <a:endParaRPr lang="en-US" sz="2200" dirty="0"/>
          </a:p>
        </p:txBody>
      </p:sp>
      <p:sp>
        <p:nvSpPr>
          <p:cNvPr id="19" name="Text 15"/>
          <p:cNvSpPr/>
          <p:nvPr/>
        </p:nvSpPr>
        <p:spPr>
          <a:xfrm>
            <a:off x="6437376" y="3035808"/>
            <a:ext cx="4617720" cy="1463040"/>
          </a:xfrm>
          <a:prstGeom prst="rect">
            <a:avLst/>
          </a:prstGeom>
          <a:noFill/>
          <a:ln/>
        </p:spPr>
        <p:txBody>
          <a:bodyPr wrap="square" lIns="0" tIns="0" rIns="0" bIns="0" rtlCol="0" anchor="t"/>
          <a:lstStyle/>
          <a:p>
            <a:pPr marL="0" indent="0">
              <a:buNone/>
            </a:pPr>
            <a:r>
              <a:rPr lang="en-US" sz="2100" dirty="0">
                <a:solidFill>
                  <a:srgbClr val="172938"/>
                </a:solidFill>
                <a:latin typeface="Arial" pitchFamily="34" charset="0"/>
                <a:ea typeface="Arial" pitchFamily="34" charset="-122"/>
                <a:cs typeface="Arial" pitchFamily="34" charset="-120"/>
              </a:rPr>
              <a:t>Inlet state and pressure ratio</a:t>
            </a:r>
            <a:endParaRPr lang="en-US" sz="2100" dirty="0"/>
          </a:p>
          <a:p>
            <a:pPr marL="0" indent="0">
              <a:buNone/>
            </a:pPr>
            <a:r>
              <a:rPr lang="en-US" sz="2100" dirty="0">
                <a:solidFill>
                  <a:srgbClr val="172938"/>
                </a:solidFill>
                <a:latin typeface="Arial" pitchFamily="34" charset="0"/>
                <a:ea typeface="Arial" pitchFamily="34" charset="-122"/>
                <a:cs typeface="Arial" pitchFamily="34" charset="-120"/>
              </a:rPr>
              <a:t>Mass flow, flow angle and best speed</a:t>
            </a:r>
            <a:endParaRPr lang="en-US" sz="210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851" y="5001768"/>
            <a:ext cx="5081778" cy="52120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REDUCED CHARACTERISTIC</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LOOK &amp; INTERPRET</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E — Give TESPy one efficiency curve</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J24</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1627632" y="4773168"/>
            <a:ext cx="5788152" cy="0"/>
          </a:xfrm>
          <a:prstGeom prst="line">
            <a:avLst/>
          </a:prstGeom>
          <a:noFill/>
          <a:ln w="8890">
            <a:solidFill>
              <a:srgbClr val="D4E1EA"/>
            </a:solidFill>
            <a:prstDash val="solid"/>
          </a:ln>
        </p:spPr>
        <p:txBody>
          <a:bodyPr/>
          <a:lstStyle/>
          <a:p>
            <a:endParaRPr lang="en-US"/>
          </a:p>
        </p:txBody>
      </p:sp>
      <p:sp>
        <p:nvSpPr>
          <p:cNvPr id="13" name="Text 9"/>
          <p:cNvSpPr/>
          <p:nvPr/>
        </p:nvSpPr>
        <p:spPr>
          <a:xfrm>
            <a:off x="1014984" y="4654296"/>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0.67</a:t>
            </a:r>
            <a:endParaRPr lang="en-US" sz="1200" dirty="0"/>
          </a:p>
        </p:txBody>
      </p:sp>
      <p:sp>
        <p:nvSpPr>
          <p:cNvPr id="14" name="Shape 10"/>
          <p:cNvSpPr/>
          <p:nvPr/>
        </p:nvSpPr>
        <p:spPr>
          <a:xfrm>
            <a:off x="1627632" y="4219956"/>
            <a:ext cx="5788152" cy="0"/>
          </a:xfrm>
          <a:prstGeom prst="line">
            <a:avLst/>
          </a:prstGeom>
          <a:noFill/>
          <a:ln w="8890">
            <a:solidFill>
              <a:srgbClr val="D4E1EA"/>
            </a:solidFill>
            <a:prstDash val="solid"/>
          </a:ln>
        </p:spPr>
        <p:txBody>
          <a:bodyPr/>
          <a:lstStyle/>
          <a:p>
            <a:endParaRPr lang="en-US"/>
          </a:p>
        </p:txBody>
      </p:sp>
      <p:sp>
        <p:nvSpPr>
          <p:cNvPr id="15" name="Text 11"/>
          <p:cNvSpPr/>
          <p:nvPr/>
        </p:nvSpPr>
        <p:spPr>
          <a:xfrm>
            <a:off x="1014984" y="4101084"/>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0.69</a:t>
            </a:r>
            <a:endParaRPr lang="en-US" sz="1200" dirty="0"/>
          </a:p>
        </p:txBody>
      </p:sp>
      <p:sp>
        <p:nvSpPr>
          <p:cNvPr id="16" name="Shape 12"/>
          <p:cNvSpPr/>
          <p:nvPr/>
        </p:nvSpPr>
        <p:spPr>
          <a:xfrm>
            <a:off x="1627632" y="3666744"/>
            <a:ext cx="5788152" cy="0"/>
          </a:xfrm>
          <a:prstGeom prst="line">
            <a:avLst/>
          </a:prstGeom>
          <a:noFill/>
          <a:ln w="8890">
            <a:solidFill>
              <a:srgbClr val="D4E1EA"/>
            </a:solidFill>
            <a:prstDash val="solid"/>
          </a:ln>
        </p:spPr>
        <p:txBody>
          <a:bodyPr/>
          <a:lstStyle/>
          <a:p>
            <a:endParaRPr lang="en-US"/>
          </a:p>
        </p:txBody>
      </p:sp>
      <p:sp>
        <p:nvSpPr>
          <p:cNvPr id="17" name="Text 13"/>
          <p:cNvSpPr/>
          <p:nvPr/>
        </p:nvSpPr>
        <p:spPr>
          <a:xfrm>
            <a:off x="1014984" y="3547872"/>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0.71</a:t>
            </a:r>
            <a:endParaRPr lang="en-US" sz="1200" dirty="0"/>
          </a:p>
        </p:txBody>
      </p:sp>
      <p:sp>
        <p:nvSpPr>
          <p:cNvPr id="18" name="Shape 14"/>
          <p:cNvSpPr/>
          <p:nvPr/>
        </p:nvSpPr>
        <p:spPr>
          <a:xfrm>
            <a:off x="1627632" y="3113532"/>
            <a:ext cx="5788152" cy="0"/>
          </a:xfrm>
          <a:prstGeom prst="line">
            <a:avLst/>
          </a:prstGeom>
          <a:noFill/>
          <a:ln w="8890">
            <a:solidFill>
              <a:srgbClr val="D4E1EA"/>
            </a:solidFill>
            <a:prstDash val="solid"/>
          </a:ln>
        </p:spPr>
        <p:txBody>
          <a:bodyPr/>
          <a:lstStyle/>
          <a:p>
            <a:endParaRPr lang="en-US"/>
          </a:p>
        </p:txBody>
      </p:sp>
      <p:sp>
        <p:nvSpPr>
          <p:cNvPr id="19" name="Text 15"/>
          <p:cNvSpPr/>
          <p:nvPr/>
        </p:nvSpPr>
        <p:spPr>
          <a:xfrm>
            <a:off x="1014984" y="2994660"/>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0.73</a:t>
            </a:r>
            <a:endParaRPr lang="en-US" sz="1200" dirty="0"/>
          </a:p>
        </p:txBody>
      </p:sp>
      <p:sp>
        <p:nvSpPr>
          <p:cNvPr id="20" name="Shape 16"/>
          <p:cNvSpPr/>
          <p:nvPr/>
        </p:nvSpPr>
        <p:spPr>
          <a:xfrm>
            <a:off x="1627632" y="2560320"/>
            <a:ext cx="5788152" cy="0"/>
          </a:xfrm>
          <a:prstGeom prst="line">
            <a:avLst/>
          </a:prstGeom>
          <a:noFill/>
          <a:ln w="8890">
            <a:solidFill>
              <a:srgbClr val="D4E1EA"/>
            </a:solidFill>
            <a:prstDash val="solid"/>
          </a:ln>
        </p:spPr>
        <p:txBody>
          <a:bodyPr/>
          <a:lstStyle/>
          <a:p>
            <a:endParaRPr lang="en-US"/>
          </a:p>
        </p:txBody>
      </p:sp>
      <p:sp>
        <p:nvSpPr>
          <p:cNvPr id="21" name="Text 17"/>
          <p:cNvSpPr/>
          <p:nvPr/>
        </p:nvSpPr>
        <p:spPr>
          <a:xfrm>
            <a:off x="1014984" y="2441448"/>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0.75</a:t>
            </a:r>
            <a:endParaRPr lang="en-US" sz="1200" dirty="0"/>
          </a:p>
        </p:txBody>
      </p:sp>
      <p:sp>
        <p:nvSpPr>
          <p:cNvPr id="22" name="Shape 18"/>
          <p:cNvSpPr/>
          <p:nvPr/>
        </p:nvSpPr>
        <p:spPr>
          <a:xfrm>
            <a:off x="2109978" y="4773168"/>
            <a:ext cx="0" cy="59436"/>
          </a:xfrm>
          <a:prstGeom prst="line">
            <a:avLst/>
          </a:prstGeom>
          <a:noFill/>
          <a:ln w="10160">
            <a:solidFill>
              <a:srgbClr val="576A79"/>
            </a:solidFill>
            <a:prstDash val="solid"/>
          </a:ln>
        </p:spPr>
        <p:txBody>
          <a:bodyPr/>
          <a:lstStyle/>
          <a:p>
            <a:endParaRPr lang="en-US"/>
          </a:p>
        </p:txBody>
      </p:sp>
      <p:sp>
        <p:nvSpPr>
          <p:cNvPr id="23" name="Text 19"/>
          <p:cNvSpPr/>
          <p:nvPr/>
        </p:nvSpPr>
        <p:spPr>
          <a:xfrm>
            <a:off x="1835658"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2</a:t>
            </a:r>
            <a:endParaRPr lang="en-US" sz="1200" dirty="0"/>
          </a:p>
        </p:txBody>
      </p:sp>
      <p:sp>
        <p:nvSpPr>
          <p:cNvPr id="24" name="Shape 20"/>
          <p:cNvSpPr/>
          <p:nvPr/>
        </p:nvSpPr>
        <p:spPr>
          <a:xfrm>
            <a:off x="3315843" y="4773168"/>
            <a:ext cx="0" cy="59436"/>
          </a:xfrm>
          <a:prstGeom prst="line">
            <a:avLst/>
          </a:prstGeom>
          <a:noFill/>
          <a:ln w="10160">
            <a:solidFill>
              <a:srgbClr val="576A79"/>
            </a:solidFill>
            <a:prstDash val="solid"/>
          </a:ln>
        </p:spPr>
        <p:txBody>
          <a:bodyPr/>
          <a:lstStyle/>
          <a:p>
            <a:endParaRPr lang="en-US"/>
          </a:p>
        </p:txBody>
      </p:sp>
      <p:sp>
        <p:nvSpPr>
          <p:cNvPr id="25" name="Text 21"/>
          <p:cNvSpPr/>
          <p:nvPr/>
        </p:nvSpPr>
        <p:spPr>
          <a:xfrm>
            <a:off x="3041523"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3</a:t>
            </a:r>
            <a:endParaRPr lang="en-US" sz="1200" dirty="0"/>
          </a:p>
        </p:txBody>
      </p:sp>
      <p:sp>
        <p:nvSpPr>
          <p:cNvPr id="26" name="Shape 22"/>
          <p:cNvSpPr/>
          <p:nvPr/>
        </p:nvSpPr>
        <p:spPr>
          <a:xfrm>
            <a:off x="4521708" y="4773168"/>
            <a:ext cx="0" cy="59436"/>
          </a:xfrm>
          <a:prstGeom prst="line">
            <a:avLst/>
          </a:prstGeom>
          <a:noFill/>
          <a:ln w="10160">
            <a:solidFill>
              <a:srgbClr val="576A79"/>
            </a:solidFill>
            <a:prstDash val="solid"/>
          </a:ln>
        </p:spPr>
        <p:txBody>
          <a:bodyPr/>
          <a:lstStyle/>
          <a:p>
            <a:endParaRPr lang="en-US"/>
          </a:p>
        </p:txBody>
      </p:sp>
      <p:sp>
        <p:nvSpPr>
          <p:cNvPr id="27" name="Text 23"/>
          <p:cNvSpPr/>
          <p:nvPr/>
        </p:nvSpPr>
        <p:spPr>
          <a:xfrm>
            <a:off x="4247388"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4</a:t>
            </a:r>
            <a:endParaRPr lang="en-US" sz="1200" dirty="0"/>
          </a:p>
        </p:txBody>
      </p:sp>
      <p:sp>
        <p:nvSpPr>
          <p:cNvPr id="28" name="Shape 24"/>
          <p:cNvSpPr/>
          <p:nvPr/>
        </p:nvSpPr>
        <p:spPr>
          <a:xfrm>
            <a:off x="5727573" y="4773168"/>
            <a:ext cx="0" cy="59436"/>
          </a:xfrm>
          <a:prstGeom prst="line">
            <a:avLst/>
          </a:prstGeom>
          <a:noFill/>
          <a:ln w="10160">
            <a:solidFill>
              <a:srgbClr val="576A79"/>
            </a:solidFill>
            <a:prstDash val="solid"/>
          </a:ln>
        </p:spPr>
        <p:txBody>
          <a:bodyPr/>
          <a:lstStyle/>
          <a:p>
            <a:endParaRPr lang="en-US"/>
          </a:p>
        </p:txBody>
      </p:sp>
      <p:sp>
        <p:nvSpPr>
          <p:cNvPr id="29" name="Text 25"/>
          <p:cNvSpPr/>
          <p:nvPr/>
        </p:nvSpPr>
        <p:spPr>
          <a:xfrm>
            <a:off x="5453253"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5</a:t>
            </a:r>
            <a:endParaRPr lang="en-US" sz="1200" dirty="0"/>
          </a:p>
        </p:txBody>
      </p:sp>
      <p:sp>
        <p:nvSpPr>
          <p:cNvPr id="30" name="Shape 26"/>
          <p:cNvSpPr/>
          <p:nvPr/>
        </p:nvSpPr>
        <p:spPr>
          <a:xfrm>
            <a:off x="6933438" y="4773168"/>
            <a:ext cx="0" cy="59436"/>
          </a:xfrm>
          <a:prstGeom prst="line">
            <a:avLst/>
          </a:prstGeom>
          <a:noFill/>
          <a:ln w="10160">
            <a:solidFill>
              <a:srgbClr val="576A79"/>
            </a:solidFill>
            <a:prstDash val="solid"/>
          </a:ln>
        </p:spPr>
        <p:txBody>
          <a:bodyPr/>
          <a:lstStyle/>
          <a:p>
            <a:endParaRPr lang="en-US"/>
          </a:p>
        </p:txBody>
      </p:sp>
      <p:sp>
        <p:nvSpPr>
          <p:cNvPr id="31" name="Text 27"/>
          <p:cNvSpPr/>
          <p:nvPr/>
        </p:nvSpPr>
        <p:spPr>
          <a:xfrm>
            <a:off x="6659118"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6</a:t>
            </a:r>
            <a:endParaRPr lang="en-US" sz="1200" dirty="0"/>
          </a:p>
        </p:txBody>
      </p:sp>
      <p:sp>
        <p:nvSpPr>
          <p:cNvPr id="32" name="Shape 28"/>
          <p:cNvSpPr/>
          <p:nvPr/>
        </p:nvSpPr>
        <p:spPr>
          <a:xfrm>
            <a:off x="1627632" y="2560320"/>
            <a:ext cx="0" cy="2212848"/>
          </a:xfrm>
          <a:prstGeom prst="line">
            <a:avLst/>
          </a:prstGeom>
          <a:noFill/>
          <a:ln w="12700">
            <a:solidFill>
              <a:srgbClr val="576A79"/>
            </a:solidFill>
            <a:prstDash val="solid"/>
          </a:ln>
        </p:spPr>
        <p:txBody>
          <a:bodyPr/>
          <a:lstStyle/>
          <a:p>
            <a:endParaRPr lang="en-US"/>
          </a:p>
        </p:txBody>
      </p:sp>
      <p:sp>
        <p:nvSpPr>
          <p:cNvPr id="33" name="Shape 29"/>
          <p:cNvSpPr/>
          <p:nvPr/>
        </p:nvSpPr>
        <p:spPr>
          <a:xfrm>
            <a:off x="1627632" y="4773168"/>
            <a:ext cx="5788152" cy="0"/>
          </a:xfrm>
          <a:prstGeom prst="line">
            <a:avLst/>
          </a:prstGeom>
          <a:noFill/>
          <a:ln w="12700">
            <a:solidFill>
              <a:srgbClr val="576A79"/>
            </a:solidFill>
            <a:prstDash val="solid"/>
          </a:ln>
        </p:spPr>
        <p:txBody>
          <a:bodyPr/>
          <a:lstStyle/>
          <a:p>
            <a:endParaRPr lang="en-US"/>
          </a:p>
        </p:txBody>
      </p:sp>
      <p:sp>
        <p:nvSpPr>
          <p:cNvPr id="34" name="Shape 30"/>
          <p:cNvSpPr/>
          <p:nvPr/>
        </p:nvSpPr>
        <p:spPr>
          <a:xfrm>
            <a:off x="4521708" y="2560320"/>
            <a:ext cx="0" cy="2212848"/>
          </a:xfrm>
          <a:prstGeom prst="line">
            <a:avLst/>
          </a:prstGeom>
          <a:noFill/>
          <a:ln w="16510">
            <a:solidFill>
              <a:srgbClr val="168A91"/>
            </a:solidFill>
            <a:prstDash val="dash"/>
          </a:ln>
        </p:spPr>
        <p:txBody>
          <a:bodyPr/>
          <a:lstStyle/>
          <a:p>
            <a:endParaRPr lang="en-US"/>
          </a:p>
        </p:txBody>
      </p:sp>
      <p:sp>
        <p:nvSpPr>
          <p:cNvPr id="35" name="Text 31"/>
          <p:cNvSpPr/>
          <p:nvPr/>
        </p:nvSpPr>
        <p:spPr>
          <a:xfrm>
            <a:off x="4155948" y="2313432"/>
            <a:ext cx="731520" cy="210312"/>
          </a:xfrm>
          <a:prstGeom prst="rect">
            <a:avLst/>
          </a:prstGeom>
          <a:noFill/>
          <a:ln/>
        </p:spPr>
        <p:txBody>
          <a:bodyPr wrap="square" lIns="0" tIns="0" rIns="0" bIns="0" rtlCol="0" anchor="ctr"/>
          <a:lstStyle/>
          <a:p>
            <a:pPr marL="0" indent="0" algn="ctr">
              <a:buNone/>
            </a:pPr>
            <a:r>
              <a:rPr lang="en-US" sz="1100" dirty="0">
                <a:solidFill>
                  <a:srgbClr val="168A91"/>
                </a:solidFill>
                <a:latin typeface="Arial" pitchFamily="34" charset="0"/>
                <a:ea typeface="Arial" pitchFamily="34" charset="-122"/>
                <a:cs typeface="Arial" pitchFamily="34" charset="-120"/>
              </a:rPr>
              <a:t>design</a:t>
            </a:r>
            <a:endParaRPr lang="en-US" sz="1100" dirty="0"/>
          </a:p>
        </p:txBody>
      </p:sp>
      <p:sp>
        <p:nvSpPr>
          <p:cNvPr id="36" name="Shape 32"/>
          <p:cNvSpPr/>
          <p:nvPr/>
        </p:nvSpPr>
        <p:spPr>
          <a:xfrm>
            <a:off x="1868805" y="2963693"/>
            <a:ext cx="178935" cy="187056"/>
          </a:xfrm>
          <a:prstGeom prst="line">
            <a:avLst/>
          </a:prstGeom>
          <a:noFill/>
          <a:ln w="25400">
            <a:solidFill>
              <a:srgbClr val="0066B3"/>
            </a:solidFill>
            <a:prstDash val="solid"/>
          </a:ln>
        </p:spPr>
        <p:txBody>
          <a:bodyPr/>
          <a:lstStyle/>
          <a:p>
            <a:endParaRPr lang="en-US"/>
          </a:p>
        </p:txBody>
      </p:sp>
      <p:sp>
        <p:nvSpPr>
          <p:cNvPr id="37" name="Shape 33"/>
          <p:cNvSpPr/>
          <p:nvPr/>
        </p:nvSpPr>
        <p:spPr>
          <a:xfrm>
            <a:off x="2047740" y="3150749"/>
            <a:ext cx="178935" cy="150019"/>
          </a:xfrm>
          <a:prstGeom prst="line">
            <a:avLst/>
          </a:prstGeom>
          <a:noFill/>
          <a:ln w="25400">
            <a:solidFill>
              <a:srgbClr val="0066B3"/>
            </a:solidFill>
            <a:prstDash val="solid"/>
          </a:ln>
        </p:spPr>
        <p:txBody>
          <a:bodyPr/>
          <a:lstStyle/>
          <a:p>
            <a:endParaRPr lang="en-US"/>
          </a:p>
        </p:txBody>
      </p:sp>
      <p:sp>
        <p:nvSpPr>
          <p:cNvPr id="38" name="Shape 34"/>
          <p:cNvSpPr/>
          <p:nvPr/>
        </p:nvSpPr>
        <p:spPr>
          <a:xfrm>
            <a:off x="2226675" y="3300768"/>
            <a:ext cx="178935" cy="131591"/>
          </a:xfrm>
          <a:prstGeom prst="line">
            <a:avLst/>
          </a:prstGeom>
          <a:noFill/>
          <a:ln w="25400">
            <a:solidFill>
              <a:srgbClr val="0066B3"/>
            </a:solidFill>
            <a:prstDash val="solid"/>
          </a:ln>
        </p:spPr>
        <p:txBody>
          <a:bodyPr/>
          <a:lstStyle/>
          <a:p>
            <a:endParaRPr lang="en-US"/>
          </a:p>
        </p:txBody>
      </p:sp>
      <p:sp>
        <p:nvSpPr>
          <p:cNvPr id="39" name="Shape 35"/>
          <p:cNvSpPr/>
          <p:nvPr/>
        </p:nvSpPr>
        <p:spPr>
          <a:xfrm>
            <a:off x="2405609" y="3432359"/>
            <a:ext cx="178935" cy="109385"/>
          </a:xfrm>
          <a:prstGeom prst="line">
            <a:avLst/>
          </a:prstGeom>
          <a:noFill/>
          <a:ln w="25400">
            <a:solidFill>
              <a:srgbClr val="0066B3"/>
            </a:solidFill>
            <a:prstDash val="solid"/>
          </a:ln>
        </p:spPr>
        <p:txBody>
          <a:bodyPr/>
          <a:lstStyle/>
          <a:p>
            <a:endParaRPr lang="en-US"/>
          </a:p>
        </p:txBody>
      </p:sp>
      <p:sp>
        <p:nvSpPr>
          <p:cNvPr id="40" name="Shape 36"/>
          <p:cNvSpPr/>
          <p:nvPr/>
        </p:nvSpPr>
        <p:spPr>
          <a:xfrm>
            <a:off x="2584544" y="3541744"/>
            <a:ext cx="178935" cy="97181"/>
          </a:xfrm>
          <a:prstGeom prst="line">
            <a:avLst/>
          </a:prstGeom>
          <a:noFill/>
          <a:ln w="25400">
            <a:solidFill>
              <a:srgbClr val="0066B3"/>
            </a:solidFill>
            <a:prstDash val="solid"/>
          </a:ln>
        </p:spPr>
        <p:txBody>
          <a:bodyPr/>
          <a:lstStyle/>
          <a:p>
            <a:endParaRPr lang="en-US"/>
          </a:p>
        </p:txBody>
      </p:sp>
      <p:sp>
        <p:nvSpPr>
          <p:cNvPr id="41" name="Shape 37"/>
          <p:cNvSpPr/>
          <p:nvPr/>
        </p:nvSpPr>
        <p:spPr>
          <a:xfrm>
            <a:off x="2763479" y="3638925"/>
            <a:ext cx="178935" cy="85765"/>
          </a:xfrm>
          <a:prstGeom prst="line">
            <a:avLst/>
          </a:prstGeom>
          <a:noFill/>
          <a:ln w="25400">
            <a:solidFill>
              <a:srgbClr val="0066B3"/>
            </a:solidFill>
            <a:prstDash val="solid"/>
          </a:ln>
        </p:spPr>
        <p:txBody>
          <a:bodyPr/>
          <a:lstStyle/>
          <a:p>
            <a:endParaRPr lang="en-US"/>
          </a:p>
        </p:txBody>
      </p:sp>
      <p:sp>
        <p:nvSpPr>
          <p:cNvPr id="42" name="Shape 38"/>
          <p:cNvSpPr/>
          <p:nvPr/>
        </p:nvSpPr>
        <p:spPr>
          <a:xfrm>
            <a:off x="2942414" y="3724690"/>
            <a:ext cx="178935" cy="75924"/>
          </a:xfrm>
          <a:prstGeom prst="line">
            <a:avLst/>
          </a:prstGeom>
          <a:noFill/>
          <a:ln w="25400">
            <a:solidFill>
              <a:srgbClr val="0066B3"/>
            </a:solidFill>
            <a:prstDash val="solid"/>
          </a:ln>
        </p:spPr>
        <p:txBody>
          <a:bodyPr/>
          <a:lstStyle/>
          <a:p>
            <a:endParaRPr lang="en-US"/>
          </a:p>
        </p:txBody>
      </p:sp>
      <p:sp>
        <p:nvSpPr>
          <p:cNvPr id="43" name="Shape 39"/>
          <p:cNvSpPr/>
          <p:nvPr/>
        </p:nvSpPr>
        <p:spPr>
          <a:xfrm>
            <a:off x="3121349" y="3800614"/>
            <a:ext cx="178935" cy="67841"/>
          </a:xfrm>
          <a:prstGeom prst="line">
            <a:avLst/>
          </a:prstGeom>
          <a:noFill/>
          <a:ln w="25400">
            <a:solidFill>
              <a:srgbClr val="0066B3"/>
            </a:solidFill>
            <a:prstDash val="solid"/>
          </a:ln>
        </p:spPr>
        <p:txBody>
          <a:bodyPr/>
          <a:lstStyle/>
          <a:p>
            <a:endParaRPr lang="en-US"/>
          </a:p>
        </p:txBody>
      </p:sp>
      <p:sp>
        <p:nvSpPr>
          <p:cNvPr id="44" name="Shape 40"/>
          <p:cNvSpPr/>
          <p:nvPr/>
        </p:nvSpPr>
        <p:spPr>
          <a:xfrm>
            <a:off x="3300283" y="3868455"/>
            <a:ext cx="178935" cy="61480"/>
          </a:xfrm>
          <a:prstGeom prst="line">
            <a:avLst/>
          </a:prstGeom>
          <a:noFill/>
          <a:ln w="25400">
            <a:solidFill>
              <a:srgbClr val="0066B3"/>
            </a:solidFill>
            <a:prstDash val="solid"/>
          </a:ln>
        </p:spPr>
        <p:txBody>
          <a:bodyPr/>
          <a:lstStyle/>
          <a:p>
            <a:endParaRPr lang="en-US"/>
          </a:p>
        </p:txBody>
      </p:sp>
      <p:sp>
        <p:nvSpPr>
          <p:cNvPr id="45" name="Shape 41"/>
          <p:cNvSpPr/>
          <p:nvPr/>
        </p:nvSpPr>
        <p:spPr>
          <a:xfrm>
            <a:off x="3479218" y="3929935"/>
            <a:ext cx="178935" cy="56671"/>
          </a:xfrm>
          <a:prstGeom prst="line">
            <a:avLst/>
          </a:prstGeom>
          <a:noFill/>
          <a:ln w="25400">
            <a:solidFill>
              <a:srgbClr val="0066B3"/>
            </a:solidFill>
            <a:prstDash val="solid"/>
          </a:ln>
        </p:spPr>
        <p:txBody>
          <a:bodyPr/>
          <a:lstStyle/>
          <a:p>
            <a:endParaRPr lang="en-US"/>
          </a:p>
        </p:txBody>
      </p:sp>
      <p:sp>
        <p:nvSpPr>
          <p:cNvPr id="46" name="Shape 42"/>
          <p:cNvSpPr/>
          <p:nvPr/>
        </p:nvSpPr>
        <p:spPr>
          <a:xfrm>
            <a:off x="3658153" y="3986606"/>
            <a:ext cx="178935" cy="51570"/>
          </a:xfrm>
          <a:prstGeom prst="line">
            <a:avLst/>
          </a:prstGeom>
          <a:noFill/>
          <a:ln w="25400">
            <a:solidFill>
              <a:srgbClr val="0066B3"/>
            </a:solidFill>
            <a:prstDash val="solid"/>
          </a:ln>
        </p:spPr>
        <p:txBody>
          <a:bodyPr/>
          <a:lstStyle/>
          <a:p>
            <a:endParaRPr lang="en-US"/>
          </a:p>
        </p:txBody>
      </p:sp>
      <p:sp>
        <p:nvSpPr>
          <p:cNvPr id="47" name="Shape 43"/>
          <p:cNvSpPr/>
          <p:nvPr/>
        </p:nvSpPr>
        <p:spPr>
          <a:xfrm>
            <a:off x="3837088" y="4038176"/>
            <a:ext cx="178935" cy="44851"/>
          </a:xfrm>
          <a:prstGeom prst="line">
            <a:avLst/>
          </a:prstGeom>
          <a:noFill/>
          <a:ln w="25400">
            <a:solidFill>
              <a:srgbClr val="0066B3"/>
            </a:solidFill>
            <a:prstDash val="solid"/>
          </a:ln>
        </p:spPr>
        <p:txBody>
          <a:bodyPr/>
          <a:lstStyle/>
          <a:p>
            <a:endParaRPr lang="en-US"/>
          </a:p>
        </p:txBody>
      </p:sp>
      <p:sp>
        <p:nvSpPr>
          <p:cNvPr id="48" name="Shape 44"/>
          <p:cNvSpPr/>
          <p:nvPr/>
        </p:nvSpPr>
        <p:spPr>
          <a:xfrm>
            <a:off x="4016023" y="4083027"/>
            <a:ext cx="178935" cy="43345"/>
          </a:xfrm>
          <a:prstGeom prst="line">
            <a:avLst/>
          </a:prstGeom>
          <a:noFill/>
          <a:ln w="25400">
            <a:solidFill>
              <a:srgbClr val="0066B3"/>
            </a:solidFill>
            <a:prstDash val="solid"/>
          </a:ln>
        </p:spPr>
        <p:txBody>
          <a:bodyPr/>
          <a:lstStyle/>
          <a:p>
            <a:endParaRPr lang="en-US"/>
          </a:p>
        </p:txBody>
      </p:sp>
      <p:sp>
        <p:nvSpPr>
          <p:cNvPr id="49" name="Shape 45"/>
          <p:cNvSpPr/>
          <p:nvPr/>
        </p:nvSpPr>
        <p:spPr>
          <a:xfrm>
            <a:off x="4194957" y="4126372"/>
            <a:ext cx="178935" cy="40287"/>
          </a:xfrm>
          <a:prstGeom prst="line">
            <a:avLst/>
          </a:prstGeom>
          <a:noFill/>
          <a:ln w="25400">
            <a:solidFill>
              <a:srgbClr val="0066B3"/>
            </a:solidFill>
            <a:prstDash val="solid"/>
          </a:ln>
        </p:spPr>
        <p:txBody>
          <a:bodyPr/>
          <a:lstStyle/>
          <a:p>
            <a:endParaRPr lang="en-US"/>
          </a:p>
        </p:txBody>
      </p:sp>
      <p:sp>
        <p:nvSpPr>
          <p:cNvPr id="50" name="Shape 46"/>
          <p:cNvSpPr/>
          <p:nvPr/>
        </p:nvSpPr>
        <p:spPr>
          <a:xfrm>
            <a:off x="4373892" y="4166659"/>
            <a:ext cx="178935" cy="35472"/>
          </a:xfrm>
          <a:prstGeom prst="line">
            <a:avLst/>
          </a:prstGeom>
          <a:noFill/>
          <a:ln w="25400">
            <a:solidFill>
              <a:srgbClr val="0066B3"/>
            </a:solidFill>
            <a:prstDash val="solid"/>
          </a:ln>
        </p:spPr>
        <p:txBody>
          <a:bodyPr/>
          <a:lstStyle/>
          <a:p>
            <a:endParaRPr lang="en-US"/>
          </a:p>
        </p:txBody>
      </p:sp>
      <p:sp>
        <p:nvSpPr>
          <p:cNvPr id="51" name="Shape 47"/>
          <p:cNvSpPr/>
          <p:nvPr/>
        </p:nvSpPr>
        <p:spPr>
          <a:xfrm>
            <a:off x="4552827" y="4202130"/>
            <a:ext cx="178935" cy="36291"/>
          </a:xfrm>
          <a:prstGeom prst="line">
            <a:avLst/>
          </a:prstGeom>
          <a:noFill/>
          <a:ln w="25400">
            <a:solidFill>
              <a:srgbClr val="0066B3"/>
            </a:solidFill>
            <a:prstDash val="solid"/>
          </a:ln>
        </p:spPr>
        <p:txBody>
          <a:bodyPr/>
          <a:lstStyle/>
          <a:p>
            <a:endParaRPr lang="en-US"/>
          </a:p>
        </p:txBody>
      </p:sp>
      <p:sp>
        <p:nvSpPr>
          <p:cNvPr id="52" name="Shape 48"/>
          <p:cNvSpPr/>
          <p:nvPr/>
        </p:nvSpPr>
        <p:spPr>
          <a:xfrm>
            <a:off x="4731762" y="4238421"/>
            <a:ext cx="178935" cy="29691"/>
          </a:xfrm>
          <a:prstGeom prst="line">
            <a:avLst/>
          </a:prstGeom>
          <a:noFill/>
          <a:ln w="25400">
            <a:solidFill>
              <a:srgbClr val="0066B3"/>
            </a:solidFill>
            <a:prstDash val="solid"/>
          </a:ln>
        </p:spPr>
        <p:txBody>
          <a:bodyPr/>
          <a:lstStyle/>
          <a:p>
            <a:endParaRPr lang="en-US"/>
          </a:p>
        </p:txBody>
      </p:sp>
      <p:sp>
        <p:nvSpPr>
          <p:cNvPr id="53" name="Shape 49"/>
          <p:cNvSpPr/>
          <p:nvPr/>
        </p:nvSpPr>
        <p:spPr>
          <a:xfrm>
            <a:off x="4910697" y="4268112"/>
            <a:ext cx="178935" cy="31951"/>
          </a:xfrm>
          <a:prstGeom prst="line">
            <a:avLst/>
          </a:prstGeom>
          <a:noFill/>
          <a:ln w="25400">
            <a:solidFill>
              <a:srgbClr val="0066B3"/>
            </a:solidFill>
            <a:prstDash val="solid"/>
          </a:ln>
        </p:spPr>
        <p:txBody>
          <a:bodyPr/>
          <a:lstStyle/>
          <a:p>
            <a:endParaRPr lang="en-US"/>
          </a:p>
        </p:txBody>
      </p:sp>
      <p:sp>
        <p:nvSpPr>
          <p:cNvPr id="54" name="Shape 50"/>
          <p:cNvSpPr/>
          <p:nvPr/>
        </p:nvSpPr>
        <p:spPr>
          <a:xfrm>
            <a:off x="5089632" y="4300063"/>
            <a:ext cx="178935" cy="25762"/>
          </a:xfrm>
          <a:prstGeom prst="line">
            <a:avLst/>
          </a:prstGeom>
          <a:noFill/>
          <a:ln w="25400">
            <a:solidFill>
              <a:srgbClr val="0066B3"/>
            </a:solidFill>
            <a:prstDash val="solid"/>
          </a:ln>
        </p:spPr>
        <p:txBody>
          <a:bodyPr/>
          <a:lstStyle/>
          <a:p>
            <a:endParaRPr lang="en-US"/>
          </a:p>
        </p:txBody>
      </p:sp>
      <p:sp>
        <p:nvSpPr>
          <p:cNvPr id="55" name="Shape 51"/>
          <p:cNvSpPr/>
          <p:nvPr/>
        </p:nvSpPr>
        <p:spPr>
          <a:xfrm>
            <a:off x="5268566" y="4325825"/>
            <a:ext cx="178935" cy="27666"/>
          </a:xfrm>
          <a:prstGeom prst="line">
            <a:avLst/>
          </a:prstGeom>
          <a:noFill/>
          <a:ln w="25400">
            <a:solidFill>
              <a:srgbClr val="0066B3"/>
            </a:solidFill>
            <a:prstDash val="solid"/>
          </a:ln>
        </p:spPr>
        <p:txBody>
          <a:bodyPr/>
          <a:lstStyle/>
          <a:p>
            <a:endParaRPr lang="en-US"/>
          </a:p>
        </p:txBody>
      </p:sp>
      <p:sp>
        <p:nvSpPr>
          <p:cNvPr id="56" name="Shape 52"/>
          <p:cNvSpPr/>
          <p:nvPr/>
        </p:nvSpPr>
        <p:spPr>
          <a:xfrm>
            <a:off x="5447501" y="4353491"/>
            <a:ext cx="178935" cy="23476"/>
          </a:xfrm>
          <a:prstGeom prst="line">
            <a:avLst/>
          </a:prstGeom>
          <a:noFill/>
          <a:ln w="25400">
            <a:solidFill>
              <a:srgbClr val="0066B3"/>
            </a:solidFill>
            <a:prstDash val="solid"/>
          </a:ln>
        </p:spPr>
        <p:txBody>
          <a:bodyPr/>
          <a:lstStyle/>
          <a:p>
            <a:endParaRPr lang="en-US"/>
          </a:p>
        </p:txBody>
      </p:sp>
      <p:sp>
        <p:nvSpPr>
          <p:cNvPr id="57" name="Shape 53"/>
          <p:cNvSpPr/>
          <p:nvPr/>
        </p:nvSpPr>
        <p:spPr>
          <a:xfrm>
            <a:off x="5626436" y="4376966"/>
            <a:ext cx="178935" cy="23579"/>
          </a:xfrm>
          <a:prstGeom prst="line">
            <a:avLst/>
          </a:prstGeom>
          <a:noFill/>
          <a:ln w="25400">
            <a:solidFill>
              <a:srgbClr val="0066B3"/>
            </a:solidFill>
            <a:prstDash val="solid"/>
          </a:ln>
        </p:spPr>
        <p:txBody>
          <a:bodyPr/>
          <a:lstStyle/>
          <a:p>
            <a:endParaRPr lang="en-US"/>
          </a:p>
        </p:txBody>
      </p:sp>
      <p:sp>
        <p:nvSpPr>
          <p:cNvPr id="58" name="Shape 54"/>
          <p:cNvSpPr/>
          <p:nvPr/>
        </p:nvSpPr>
        <p:spPr>
          <a:xfrm>
            <a:off x="5805371" y="4400545"/>
            <a:ext cx="178935" cy="22589"/>
          </a:xfrm>
          <a:prstGeom prst="line">
            <a:avLst/>
          </a:prstGeom>
          <a:noFill/>
          <a:ln w="25400">
            <a:solidFill>
              <a:srgbClr val="0066B3"/>
            </a:solidFill>
            <a:prstDash val="solid"/>
          </a:ln>
        </p:spPr>
        <p:txBody>
          <a:bodyPr/>
          <a:lstStyle/>
          <a:p>
            <a:endParaRPr lang="en-US"/>
          </a:p>
        </p:txBody>
      </p:sp>
      <p:sp>
        <p:nvSpPr>
          <p:cNvPr id="59" name="Shape 55"/>
          <p:cNvSpPr/>
          <p:nvPr/>
        </p:nvSpPr>
        <p:spPr>
          <a:xfrm>
            <a:off x="5984306" y="4423134"/>
            <a:ext cx="178935" cy="19774"/>
          </a:xfrm>
          <a:prstGeom prst="line">
            <a:avLst/>
          </a:prstGeom>
          <a:noFill/>
          <a:ln w="25400">
            <a:solidFill>
              <a:srgbClr val="0066B3"/>
            </a:solidFill>
            <a:prstDash val="solid"/>
          </a:ln>
        </p:spPr>
        <p:txBody>
          <a:bodyPr/>
          <a:lstStyle/>
          <a:p>
            <a:endParaRPr lang="en-US"/>
          </a:p>
        </p:txBody>
      </p:sp>
      <p:sp>
        <p:nvSpPr>
          <p:cNvPr id="60" name="Shape 56"/>
          <p:cNvSpPr/>
          <p:nvPr/>
        </p:nvSpPr>
        <p:spPr>
          <a:xfrm>
            <a:off x="6163240" y="4442909"/>
            <a:ext cx="178935" cy="20753"/>
          </a:xfrm>
          <a:prstGeom prst="line">
            <a:avLst/>
          </a:prstGeom>
          <a:noFill/>
          <a:ln w="25400">
            <a:solidFill>
              <a:srgbClr val="0066B3"/>
            </a:solidFill>
            <a:prstDash val="solid"/>
          </a:ln>
        </p:spPr>
        <p:txBody>
          <a:bodyPr/>
          <a:lstStyle/>
          <a:p>
            <a:endParaRPr lang="en-US"/>
          </a:p>
        </p:txBody>
      </p:sp>
      <p:sp>
        <p:nvSpPr>
          <p:cNvPr id="61" name="Shape 57"/>
          <p:cNvSpPr/>
          <p:nvPr/>
        </p:nvSpPr>
        <p:spPr>
          <a:xfrm>
            <a:off x="6342175" y="4463662"/>
            <a:ext cx="178935" cy="18422"/>
          </a:xfrm>
          <a:prstGeom prst="line">
            <a:avLst/>
          </a:prstGeom>
          <a:noFill/>
          <a:ln w="25400">
            <a:solidFill>
              <a:srgbClr val="0066B3"/>
            </a:solidFill>
            <a:prstDash val="solid"/>
          </a:ln>
        </p:spPr>
        <p:txBody>
          <a:bodyPr/>
          <a:lstStyle/>
          <a:p>
            <a:endParaRPr lang="en-US"/>
          </a:p>
        </p:txBody>
      </p:sp>
      <p:sp>
        <p:nvSpPr>
          <p:cNvPr id="62" name="Shape 58"/>
          <p:cNvSpPr/>
          <p:nvPr/>
        </p:nvSpPr>
        <p:spPr>
          <a:xfrm>
            <a:off x="6521110" y="4482084"/>
            <a:ext cx="178935" cy="17147"/>
          </a:xfrm>
          <a:prstGeom prst="line">
            <a:avLst/>
          </a:prstGeom>
          <a:noFill/>
          <a:ln w="25400">
            <a:solidFill>
              <a:srgbClr val="0066B3"/>
            </a:solidFill>
            <a:prstDash val="solid"/>
          </a:ln>
        </p:spPr>
        <p:txBody>
          <a:bodyPr/>
          <a:lstStyle/>
          <a:p>
            <a:endParaRPr lang="en-US"/>
          </a:p>
        </p:txBody>
      </p:sp>
      <p:sp>
        <p:nvSpPr>
          <p:cNvPr id="63" name="Shape 59"/>
          <p:cNvSpPr/>
          <p:nvPr/>
        </p:nvSpPr>
        <p:spPr>
          <a:xfrm>
            <a:off x="6700045" y="4499231"/>
            <a:ext cx="178935" cy="17834"/>
          </a:xfrm>
          <a:prstGeom prst="line">
            <a:avLst/>
          </a:prstGeom>
          <a:noFill/>
          <a:ln w="25400">
            <a:solidFill>
              <a:srgbClr val="0066B3"/>
            </a:solidFill>
            <a:prstDash val="solid"/>
          </a:ln>
        </p:spPr>
        <p:txBody>
          <a:bodyPr/>
          <a:lstStyle/>
          <a:p>
            <a:endParaRPr lang="en-US"/>
          </a:p>
        </p:txBody>
      </p:sp>
      <p:sp>
        <p:nvSpPr>
          <p:cNvPr id="64" name="Shape 60"/>
          <p:cNvSpPr/>
          <p:nvPr/>
        </p:nvSpPr>
        <p:spPr>
          <a:xfrm>
            <a:off x="6878980" y="4517064"/>
            <a:ext cx="178935" cy="16227"/>
          </a:xfrm>
          <a:prstGeom prst="line">
            <a:avLst/>
          </a:prstGeom>
          <a:noFill/>
          <a:ln w="25400">
            <a:solidFill>
              <a:srgbClr val="0066B3"/>
            </a:solidFill>
            <a:prstDash val="solid"/>
          </a:ln>
        </p:spPr>
        <p:txBody>
          <a:bodyPr/>
          <a:lstStyle/>
          <a:p>
            <a:endParaRPr lang="en-US"/>
          </a:p>
        </p:txBody>
      </p:sp>
      <p:sp>
        <p:nvSpPr>
          <p:cNvPr id="65" name="Text 61"/>
          <p:cNvSpPr/>
          <p:nvPr/>
        </p:nvSpPr>
        <p:spPr>
          <a:xfrm>
            <a:off x="1627632" y="5157216"/>
            <a:ext cx="5788152" cy="256032"/>
          </a:xfrm>
          <a:prstGeom prst="rect">
            <a:avLst/>
          </a:prstGeom>
          <a:noFill/>
          <a:ln/>
        </p:spPr>
        <p:txBody>
          <a:bodyPr wrap="square" lIns="0" tIns="0" rIns="0" bIns="0" rtlCol="0" anchor="ctr"/>
          <a:lstStyle/>
          <a:p>
            <a:pPr marL="0" indent="0" algn="ctr">
              <a:buNone/>
            </a:pPr>
            <a:r>
              <a:rPr lang="en-US" sz="1500" dirty="0">
                <a:solidFill>
                  <a:srgbClr val="172938"/>
                </a:solidFill>
                <a:latin typeface="Arial" pitchFamily="34" charset="0"/>
                <a:ea typeface="Arial" pitchFamily="34" charset="-122"/>
                <a:cs typeface="Arial" pitchFamily="34" charset="-120"/>
              </a:rPr>
              <a:t>Pressure ratio [-]</a:t>
            </a:r>
            <a:endParaRPr lang="en-US" sz="1500" dirty="0"/>
          </a:p>
        </p:txBody>
      </p:sp>
      <p:sp>
        <p:nvSpPr>
          <p:cNvPr id="66" name="Text 62"/>
          <p:cNvSpPr/>
          <p:nvPr/>
        </p:nvSpPr>
        <p:spPr>
          <a:xfrm>
            <a:off x="1627632" y="2203704"/>
            <a:ext cx="2057400" cy="246888"/>
          </a:xfrm>
          <a:prstGeom prst="rect">
            <a:avLst/>
          </a:prstGeom>
          <a:noFill/>
          <a:ln/>
        </p:spPr>
        <p:txBody>
          <a:bodyPr wrap="square" lIns="0" tIns="0" rIns="0" bIns="0" rtlCol="0" anchor="ctr"/>
          <a:lstStyle/>
          <a:p>
            <a:pPr marL="0" indent="0">
              <a:buNone/>
            </a:pPr>
            <a:r>
              <a:rPr lang="en-US" sz="1300" dirty="0">
                <a:solidFill>
                  <a:srgbClr val="172938"/>
                </a:solidFill>
                <a:latin typeface="Arial" pitchFamily="34" charset="0"/>
                <a:ea typeface="Arial" pitchFamily="34" charset="-122"/>
                <a:cs typeface="Arial" pitchFamily="34" charset="-120"/>
              </a:rPr>
              <a:t>Efficiency [-]</a:t>
            </a:r>
            <a:endParaRPr lang="en-US" sz="1300" dirty="0"/>
          </a:p>
        </p:txBody>
      </p:sp>
      <p:sp>
        <p:nvSpPr>
          <p:cNvPr id="67" name="Shape 63"/>
          <p:cNvSpPr/>
          <p:nvPr/>
        </p:nvSpPr>
        <p:spPr>
          <a:xfrm>
            <a:off x="7909560" y="2368296"/>
            <a:ext cx="3337560" cy="2606040"/>
          </a:xfrm>
          <a:prstGeom prst="rect">
            <a:avLst/>
          </a:prstGeom>
          <a:solidFill>
            <a:srgbClr val="F2F5F7"/>
          </a:solidFill>
          <a:ln w="12700">
            <a:solidFill>
              <a:srgbClr val="F2F5F7">
                <a:alpha val="0"/>
              </a:srgbClr>
            </a:solidFill>
            <a:prstDash val="solid"/>
          </a:ln>
        </p:spPr>
        <p:txBody>
          <a:bodyPr/>
          <a:lstStyle/>
          <a:p>
            <a:endParaRPr lang="en-US"/>
          </a:p>
        </p:txBody>
      </p:sp>
      <p:sp>
        <p:nvSpPr>
          <p:cNvPr id="68" name="Shape 64"/>
          <p:cNvSpPr/>
          <p:nvPr/>
        </p:nvSpPr>
        <p:spPr>
          <a:xfrm>
            <a:off x="7909560" y="2368296"/>
            <a:ext cx="32004" cy="2606040"/>
          </a:xfrm>
          <a:prstGeom prst="rect">
            <a:avLst/>
          </a:prstGeom>
          <a:solidFill>
            <a:srgbClr val="168A91"/>
          </a:solidFill>
          <a:ln w="12700">
            <a:solidFill>
              <a:srgbClr val="168A91">
                <a:alpha val="0"/>
              </a:srgbClr>
            </a:solidFill>
            <a:prstDash val="solid"/>
          </a:ln>
        </p:spPr>
        <p:txBody>
          <a:bodyPr/>
          <a:lstStyle/>
          <a:p>
            <a:endParaRPr lang="en-US"/>
          </a:p>
        </p:txBody>
      </p:sp>
      <p:sp>
        <p:nvSpPr>
          <p:cNvPr id="69" name="Text 65"/>
          <p:cNvSpPr/>
          <p:nvPr/>
        </p:nvSpPr>
        <p:spPr>
          <a:xfrm>
            <a:off x="8074152" y="2523744"/>
            <a:ext cx="3008376"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One cycle input</a:t>
            </a:r>
            <a:endParaRPr lang="en-US" sz="2200" dirty="0"/>
          </a:p>
        </p:txBody>
      </p:sp>
      <p:sp>
        <p:nvSpPr>
          <p:cNvPr id="70" name="Text 66"/>
          <p:cNvSpPr/>
          <p:nvPr/>
        </p:nvSpPr>
        <p:spPr>
          <a:xfrm>
            <a:off x="8074152" y="3127248"/>
            <a:ext cx="3008376" cy="1691640"/>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Interpolate eta(PR).</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Optimal rpm is reported,</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not prescribed as a</a:t>
            </a:r>
            <a:endParaRPr lang="en-US" sz="2000" dirty="0"/>
          </a:p>
          <a:p>
            <a:pPr marL="0" indent="0">
              <a:buNone/>
            </a:pPr>
            <a:r>
              <a:rPr lang="en-US" sz="2000" dirty="0">
                <a:solidFill>
                  <a:srgbClr val="172938"/>
                </a:solidFill>
                <a:latin typeface="Arial" pitchFamily="34" charset="0"/>
                <a:ea typeface="Arial" pitchFamily="34" charset="-122"/>
                <a:cs typeface="Arial" pitchFamily="34" charset="-120"/>
              </a:rPr>
              <a:t>second map coordinate.</a:t>
            </a:r>
            <a:endParaRPr lang="en-US" sz="2000" dirty="0"/>
          </a:p>
        </p:txBody>
      </p:sp>
      <p:sp>
        <p:nvSpPr>
          <p:cNvPr id="71" name="Shape 67"/>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72" name="Text 68"/>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The curve assumes </a:t>
            </a:r>
            <a:r>
              <a:rPr lang="en-US" sz="1700">
                <a:solidFill>
                  <a:srgbClr val="003B66"/>
                </a:solidFill>
                <a:latin typeface="Arial" pitchFamily="34" charset="0"/>
                <a:ea typeface="Arial" pitchFamily="34" charset="-122"/>
                <a:cs typeface="Arial" pitchFamily="34" charset="-120"/>
              </a:rPr>
              <a:t>ideal variable</a:t>
            </a:r>
            <a:r>
              <a:rPr lang="cs-CZ" sz="1700">
                <a:solidFill>
                  <a:srgbClr val="003B66"/>
                </a:solidFill>
                <a:latin typeface="Arial" pitchFamily="34" charset="0"/>
                <a:ea typeface="Arial" pitchFamily="34" charset="-122"/>
                <a:cs typeface="Arial" pitchFamily="34" charset="-120"/>
              </a:rPr>
              <a:t> </a:t>
            </a:r>
            <a:r>
              <a:rPr lang="en-US" sz="1700">
                <a:solidFill>
                  <a:srgbClr val="003B66"/>
                </a:solidFill>
                <a:latin typeface="Arial" pitchFamily="34" charset="0"/>
                <a:ea typeface="Arial" pitchFamily="34" charset="-122"/>
                <a:cs typeface="Arial" pitchFamily="34" charset="-120"/>
              </a:rPr>
              <a:t>speed </a:t>
            </a:r>
            <a:r>
              <a:rPr lang="en-US" sz="1700" dirty="0">
                <a:solidFill>
                  <a:srgbClr val="003B66"/>
                </a:solidFill>
                <a:latin typeface="Arial" pitchFamily="34" charset="0"/>
                <a:ea typeface="Arial" pitchFamily="34" charset="-122"/>
                <a:cs typeface="Arial" pitchFamily="34" charset="-120"/>
              </a:rPr>
              <a:t>operation along one specified thermodynamic path.</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TURBINE SWALLOWING CAPACITY</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LOOK &amp; INTERPRET</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dirty="0">
                <a:solidFill>
                  <a:srgbClr val="172938"/>
                </a:solidFill>
                <a:latin typeface="Arial" pitchFamily="34" charset="0"/>
                <a:ea typeface="Arial" pitchFamily="34" charset="-122"/>
                <a:cs typeface="Arial" pitchFamily="34" charset="-120"/>
              </a:rPr>
              <a:t>E — Choked does not mean constant mass flow</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J25</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1627632" y="4773168"/>
            <a:ext cx="5788152" cy="0"/>
          </a:xfrm>
          <a:prstGeom prst="line">
            <a:avLst/>
          </a:prstGeom>
          <a:noFill/>
          <a:ln w="8890">
            <a:solidFill>
              <a:srgbClr val="D4E1EA"/>
            </a:solidFill>
            <a:prstDash val="solid"/>
          </a:ln>
        </p:spPr>
        <p:txBody>
          <a:bodyPr/>
          <a:lstStyle/>
          <a:p>
            <a:endParaRPr lang="en-US"/>
          </a:p>
        </p:txBody>
      </p:sp>
      <p:sp>
        <p:nvSpPr>
          <p:cNvPr id="13" name="Text 9"/>
          <p:cNvSpPr/>
          <p:nvPr/>
        </p:nvSpPr>
        <p:spPr>
          <a:xfrm>
            <a:off x="1014984" y="4654296"/>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0</a:t>
            </a:r>
            <a:endParaRPr lang="en-US" sz="1200" dirty="0"/>
          </a:p>
        </p:txBody>
      </p:sp>
      <p:sp>
        <p:nvSpPr>
          <p:cNvPr id="14" name="Shape 10"/>
          <p:cNvSpPr/>
          <p:nvPr/>
        </p:nvSpPr>
        <p:spPr>
          <a:xfrm>
            <a:off x="1627632" y="4219956"/>
            <a:ext cx="5788152" cy="0"/>
          </a:xfrm>
          <a:prstGeom prst="line">
            <a:avLst/>
          </a:prstGeom>
          <a:noFill/>
          <a:ln w="8890">
            <a:solidFill>
              <a:srgbClr val="D4E1EA"/>
            </a:solidFill>
            <a:prstDash val="solid"/>
          </a:ln>
        </p:spPr>
        <p:txBody>
          <a:bodyPr/>
          <a:lstStyle/>
          <a:p>
            <a:endParaRPr lang="en-US"/>
          </a:p>
        </p:txBody>
      </p:sp>
      <p:sp>
        <p:nvSpPr>
          <p:cNvPr id="15" name="Text 11"/>
          <p:cNvSpPr/>
          <p:nvPr/>
        </p:nvSpPr>
        <p:spPr>
          <a:xfrm>
            <a:off x="1014984" y="4101084"/>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2</a:t>
            </a:r>
            <a:endParaRPr lang="en-US" sz="1200" dirty="0"/>
          </a:p>
        </p:txBody>
      </p:sp>
      <p:sp>
        <p:nvSpPr>
          <p:cNvPr id="16" name="Shape 12"/>
          <p:cNvSpPr/>
          <p:nvPr/>
        </p:nvSpPr>
        <p:spPr>
          <a:xfrm>
            <a:off x="1627632" y="3666744"/>
            <a:ext cx="5788152" cy="0"/>
          </a:xfrm>
          <a:prstGeom prst="line">
            <a:avLst/>
          </a:prstGeom>
          <a:noFill/>
          <a:ln w="8890">
            <a:solidFill>
              <a:srgbClr val="D4E1EA"/>
            </a:solidFill>
            <a:prstDash val="solid"/>
          </a:ln>
        </p:spPr>
        <p:txBody>
          <a:bodyPr/>
          <a:lstStyle/>
          <a:p>
            <a:endParaRPr lang="en-US"/>
          </a:p>
        </p:txBody>
      </p:sp>
      <p:sp>
        <p:nvSpPr>
          <p:cNvPr id="17" name="Text 13"/>
          <p:cNvSpPr/>
          <p:nvPr/>
        </p:nvSpPr>
        <p:spPr>
          <a:xfrm>
            <a:off x="1014984" y="3547872"/>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4</a:t>
            </a:r>
            <a:endParaRPr lang="en-US" sz="1200" dirty="0"/>
          </a:p>
        </p:txBody>
      </p:sp>
      <p:sp>
        <p:nvSpPr>
          <p:cNvPr id="18" name="Shape 14"/>
          <p:cNvSpPr/>
          <p:nvPr/>
        </p:nvSpPr>
        <p:spPr>
          <a:xfrm>
            <a:off x="1627632" y="3113532"/>
            <a:ext cx="5788152" cy="0"/>
          </a:xfrm>
          <a:prstGeom prst="line">
            <a:avLst/>
          </a:prstGeom>
          <a:noFill/>
          <a:ln w="8890">
            <a:solidFill>
              <a:srgbClr val="D4E1EA"/>
            </a:solidFill>
            <a:prstDash val="solid"/>
          </a:ln>
        </p:spPr>
        <p:txBody>
          <a:bodyPr/>
          <a:lstStyle/>
          <a:p>
            <a:endParaRPr lang="en-US"/>
          </a:p>
        </p:txBody>
      </p:sp>
      <p:sp>
        <p:nvSpPr>
          <p:cNvPr id="19" name="Text 15"/>
          <p:cNvSpPr/>
          <p:nvPr/>
        </p:nvSpPr>
        <p:spPr>
          <a:xfrm>
            <a:off x="1014984" y="2994660"/>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6</a:t>
            </a:r>
            <a:endParaRPr lang="en-US" sz="1200" dirty="0"/>
          </a:p>
        </p:txBody>
      </p:sp>
      <p:sp>
        <p:nvSpPr>
          <p:cNvPr id="20" name="Shape 16"/>
          <p:cNvSpPr/>
          <p:nvPr/>
        </p:nvSpPr>
        <p:spPr>
          <a:xfrm>
            <a:off x="1627632" y="2560320"/>
            <a:ext cx="5788152" cy="0"/>
          </a:xfrm>
          <a:prstGeom prst="line">
            <a:avLst/>
          </a:prstGeom>
          <a:noFill/>
          <a:ln w="8890">
            <a:solidFill>
              <a:srgbClr val="D4E1EA"/>
            </a:solidFill>
            <a:prstDash val="solid"/>
          </a:ln>
        </p:spPr>
        <p:txBody>
          <a:bodyPr/>
          <a:lstStyle/>
          <a:p>
            <a:endParaRPr lang="en-US"/>
          </a:p>
        </p:txBody>
      </p:sp>
      <p:sp>
        <p:nvSpPr>
          <p:cNvPr id="21" name="Text 17"/>
          <p:cNvSpPr/>
          <p:nvPr/>
        </p:nvSpPr>
        <p:spPr>
          <a:xfrm>
            <a:off x="1014984" y="2441448"/>
            <a:ext cx="475488" cy="246888"/>
          </a:xfrm>
          <a:prstGeom prst="rect">
            <a:avLst/>
          </a:prstGeom>
          <a:noFill/>
          <a:ln/>
        </p:spPr>
        <p:txBody>
          <a:bodyPr wrap="square" lIns="0" tIns="0" rIns="0" bIns="0" rtlCol="0" anchor="ctr"/>
          <a:lstStyle/>
          <a:p>
            <a:pPr marL="0" indent="0" algn="r">
              <a:buNone/>
            </a:pPr>
            <a:r>
              <a:rPr lang="en-US" sz="1200" dirty="0">
                <a:solidFill>
                  <a:srgbClr val="576A79"/>
                </a:solidFill>
                <a:latin typeface="Arial" pitchFamily="34" charset="0"/>
                <a:ea typeface="Arial" pitchFamily="34" charset="-122"/>
                <a:cs typeface="Arial" pitchFamily="34" charset="-120"/>
              </a:rPr>
              <a:t>8</a:t>
            </a:r>
            <a:endParaRPr lang="en-US" sz="1200" dirty="0"/>
          </a:p>
        </p:txBody>
      </p:sp>
      <p:sp>
        <p:nvSpPr>
          <p:cNvPr id="22" name="Shape 18"/>
          <p:cNvSpPr/>
          <p:nvPr/>
        </p:nvSpPr>
        <p:spPr>
          <a:xfrm>
            <a:off x="2109978" y="4773168"/>
            <a:ext cx="0" cy="59436"/>
          </a:xfrm>
          <a:prstGeom prst="line">
            <a:avLst/>
          </a:prstGeom>
          <a:noFill/>
          <a:ln w="10160">
            <a:solidFill>
              <a:srgbClr val="576A79"/>
            </a:solidFill>
            <a:prstDash val="solid"/>
          </a:ln>
        </p:spPr>
        <p:txBody>
          <a:bodyPr/>
          <a:lstStyle/>
          <a:p>
            <a:endParaRPr lang="en-US"/>
          </a:p>
        </p:txBody>
      </p:sp>
      <p:sp>
        <p:nvSpPr>
          <p:cNvPr id="23" name="Text 19"/>
          <p:cNvSpPr/>
          <p:nvPr/>
        </p:nvSpPr>
        <p:spPr>
          <a:xfrm>
            <a:off x="1835658"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10</a:t>
            </a:r>
            <a:endParaRPr lang="en-US" sz="1200" dirty="0"/>
          </a:p>
        </p:txBody>
      </p:sp>
      <p:sp>
        <p:nvSpPr>
          <p:cNvPr id="24" name="Shape 20"/>
          <p:cNvSpPr/>
          <p:nvPr/>
        </p:nvSpPr>
        <p:spPr>
          <a:xfrm>
            <a:off x="3315843" y="4773168"/>
            <a:ext cx="0" cy="59436"/>
          </a:xfrm>
          <a:prstGeom prst="line">
            <a:avLst/>
          </a:prstGeom>
          <a:noFill/>
          <a:ln w="10160">
            <a:solidFill>
              <a:srgbClr val="576A79"/>
            </a:solidFill>
            <a:prstDash val="solid"/>
          </a:ln>
        </p:spPr>
        <p:txBody>
          <a:bodyPr/>
          <a:lstStyle/>
          <a:p>
            <a:endParaRPr lang="en-US"/>
          </a:p>
        </p:txBody>
      </p:sp>
      <p:sp>
        <p:nvSpPr>
          <p:cNvPr id="25" name="Text 21"/>
          <p:cNvSpPr/>
          <p:nvPr/>
        </p:nvSpPr>
        <p:spPr>
          <a:xfrm>
            <a:off x="3041523"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15</a:t>
            </a:r>
            <a:endParaRPr lang="en-US" sz="1200" dirty="0"/>
          </a:p>
        </p:txBody>
      </p:sp>
      <p:sp>
        <p:nvSpPr>
          <p:cNvPr id="26" name="Shape 22"/>
          <p:cNvSpPr/>
          <p:nvPr/>
        </p:nvSpPr>
        <p:spPr>
          <a:xfrm>
            <a:off x="4521708" y="4773168"/>
            <a:ext cx="0" cy="59436"/>
          </a:xfrm>
          <a:prstGeom prst="line">
            <a:avLst/>
          </a:prstGeom>
          <a:noFill/>
          <a:ln w="10160">
            <a:solidFill>
              <a:srgbClr val="576A79"/>
            </a:solidFill>
            <a:prstDash val="solid"/>
          </a:ln>
        </p:spPr>
        <p:txBody>
          <a:bodyPr/>
          <a:lstStyle/>
          <a:p>
            <a:endParaRPr lang="en-US"/>
          </a:p>
        </p:txBody>
      </p:sp>
      <p:sp>
        <p:nvSpPr>
          <p:cNvPr id="27" name="Text 23"/>
          <p:cNvSpPr/>
          <p:nvPr/>
        </p:nvSpPr>
        <p:spPr>
          <a:xfrm>
            <a:off x="4247388"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20</a:t>
            </a:r>
            <a:endParaRPr lang="en-US" sz="1200" dirty="0"/>
          </a:p>
        </p:txBody>
      </p:sp>
      <p:sp>
        <p:nvSpPr>
          <p:cNvPr id="28" name="Shape 24"/>
          <p:cNvSpPr/>
          <p:nvPr/>
        </p:nvSpPr>
        <p:spPr>
          <a:xfrm>
            <a:off x="5727573" y="4773168"/>
            <a:ext cx="0" cy="59436"/>
          </a:xfrm>
          <a:prstGeom prst="line">
            <a:avLst/>
          </a:prstGeom>
          <a:noFill/>
          <a:ln w="10160">
            <a:solidFill>
              <a:srgbClr val="576A79"/>
            </a:solidFill>
            <a:prstDash val="solid"/>
          </a:ln>
        </p:spPr>
        <p:txBody>
          <a:bodyPr/>
          <a:lstStyle/>
          <a:p>
            <a:endParaRPr lang="en-US"/>
          </a:p>
        </p:txBody>
      </p:sp>
      <p:sp>
        <p:nvSpPr>
          <p:cNvPr id="29" name="Text 25"/>
          <p:cNvSpPr/>
          <p:nvPr/>
        </p:nvSpPr>
        <p:spPr>
          <a:xfrm>
            <a:off x="5453253"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25</a:t>
            </a:r>
            <a:endParaRPr lang="en-US" sz="1200" dirty="0"/>
          </a:p>
        </p:txBody>
      </p:sp>
      <p:sp>
        <p:nvSpPr>
          <p:cNvPr id="30" name="Shape 26"/>
          <p:cNvSpPr/>
          <p:nvPr/>
        </p:nvSpPr>
        <p:spPr>
          <a:xfrm>
            <a:off x="6933438" y="4773168"/>
            <a:ext cx="0" cy="59436"/>
          </a:xfrm>
          <a:prstGeom prst="line">
            <a:avLst/>
          </a:prstGeom>
          <a:noFill/>
          <a:ln w="10160">
            <a:solidFill>
              <a:srgbClr val="576A79"/>
            </a:solidFill>
            <a:prstDash val="solid"/>
          </a:ln>
        </p:spPr>
        <p:txBody>
          <a:bodyPr/>
          <a:lstStyle/>
          <a:p>
            <a:endParaRPr lang="en-US"/>
          </a:p>
        </p:txBody>
      </p:sp>
      <p:sp>
        <p:nvSpPr>
          <p:cNvPr id="31" name="Text 27"/>
          <p:cNvSpPr/>
          <p:nvPr/>
        </p:nvSpPr>
        <p:spPr>
          <a:xfrm>
            <a:off x="6659118" y="4873752"/>
            <a:ext cx="548640" cy="228600"/>
          </a:xfrm>
          <a:prstGeom prst="rect">
            <a:avLst/>
          </a:prstGeom>
          <a:noFill/>
          <a:ln/>
        </p:spPr>
        <p:txBody>
          <a:bodyPr wrap="square" lIns="0" tIns="0" rIns="0" bIns="0" rtlCol="0" anchor="ctr"/>
          <a:lstStyle/>
          <a:p>
            <a:pPr marL="0" indent="0" algn="ctr">
              <a:buNone/>
            </a:pPr>
            <a:r>
              <a:rPr lang="en-US" sz="1200" dirty="0">
                <a:solidFill>
                  <a:srgbClr val="576A79"/>
                </a:solidFill>
                <a:latin typeface="Arial" pitchFamily="34" charset="0"/>
                <a:ea typeface="Arial" pitchFamily="34" charset="-122"/>
                <a:cs typeface="Arial" pitchFamily="34" charset="-120"/>
              </a:rPr>
              <a:t>30</a:t>
            </a:r>
            <a:endParaRPr lang="en-US" sz="1200" dirty="0"/>
          </a:p>
        </p:txBody>
      </p:sp>
      <p:sp>
        <p:nvSpPr>
          <p:cNvPr id="32" name="Shape 28"/>
          <p:cNvSpPr/>
          <p:nvPr/>
        </p:nvSpPr>
        <p:spPr>
          <a:xfrm>
            <a:off x="1627632" y="2560320"/>
            <a:ext cx="0" cy="2212848"/>
          </a:xfrm>
          <a:prstGeom prst="line">
            <a:avLst/>
          </a:prstGeom>
          <a:noFill/>
          <a:ln w="12700">
            <a:solidFill>
              <a:srgbClr val="576A79"/>
            </a:solidFill>
            <a:prstDash val="solid"/>
          </a:ln>
        </p:spPr>
        <p:txBody>
          <a:bodyPr/>
          <a:lstStyle/>
          <a:p>
            <a:endParaRPr lang="en-US"/>
          </a:p>
        </p:txBody>
      </p:sp>
      <p:sp>
        <p:nvSpPr>
          <p:cNvPr id="33" name="Shape 29"/>
          <p:cNvSpPr/>
          <p:nvPr/>
        </p:nvSpPr>
        <p:spPr>
          <a:xfrm>
            <a:off x="1627632" y="4773168"/>
            <a:ext cx="5788152" cy="0"/>
          </a:xfrm>
          <a:prstGeom prst="line">
            <a:avLst/>
          </a:prstGeom>
          <a:noFill/>
          <a:ln w="12700">
            <a:solidFill>
              <a:srgbClr val="576A79"/>
            </a:solidFill>
            <a:prstDash val="solid"/>
          </a:ln>
        </p:spPr>
        <p:txBody>
          <a:bodyPr/>
          <a:lstStyle/>
          <a:p>
            <a:endParaRPr lang="en-US"/>
          </a:p>
        </p:txBody>
      </p:sp>
      <p:sp>
        <p:nvSpPr>
          <p:cNvPr id="34" name="Shape 30"/>
          <p:cNvSpPr/>
          <p:nvPr/>
        </p:nvSpPr>
        <p:spPr>
          <a:xfrm>
            <a:off x="4521708" y="2560320"/>
            <a:ext cx="0" cy="2212848"/>
          </a:xfrm>
          <a:prstGeom prst="line">
            <a:avLst/>
          </a:prstGeom>
          <a:noFill/>
          <a:ln w="16510">
            <a:solidFill>
              <a:srgbClr val="168A91"/>
            </a:solidFill>
            <a:prstDash val="dash"/>
          </a:ln>
        </p:spPr>
        <p:txBody>
          <a:bodyPr/>
          <a:lstStyle/>
          <a:p>
            <a:endParaRPr lang="en-US"/>
          </a:p>
        </p:txBody>
      </p:sp>
      <p:sp>
        <p:nvSpPr>
          <p:cNvPr id="35" name="Text 31"/>
          <p:cNvSpPr/>
          <p:nvPr/>
        </p:nvSpPr>
        <p:spPr>
          <a:xfrm>
            <a:off x="4155948" y="2313432"/>
            <a:ext cx="731520" cy="210312"/>
          </a:xfrm>
          <a:prstGeom prst="rect">
            <a:avLst/>
          </a:prstGeom>
          <a:noFill/>
          <a:ln/>
        </p:spPr>
        <p:txBody>
          <a:bodyPr wrap="square" lIns="0" tIns="0" rIns="0" bIns="0" rtlCol="0" anchor="ctr"/>
          <a:lstStyle/>
          <a:p>
            <a:pPr marL="0" indent="0" algn="ctr">
              <a:buNone/>
            </a:pPr>
            <a:r>
              <a:rPr lang="en-US" sz="1100" dirty="0">
                <a:solidFill>
                  <a:srgbClr val="168A91"/>
                </a:solidFill>
                <a:latin typeface="Arial" pitchFamily="34" charset="0"/>
                <a:ea typeface="Arial" pitchFamily="34" charset="-122"/>
                <a:cs typeface="Arial" pitchFamily="34" charset="-120"/>
              </a:rPr>
              <a:t>design</a:t>
            </a:r>
            <a:endParaRPr lang="en-US" sz="1100" dirty="0"/>
          </a:p>
        </p:txBody>
      </p:sp>
      <p:sp>
        <p:nvSpPr>
          <p:cNvPr id="36" name="Shape 32"/>
          <p:cNvSpPr/>
          <p:nvPr/>
        </p:nvSpPr>
        <p:spPr>
          <a:xfrm>
            <a:off x="1868805" y="4142964"/>
            <a:ext cx="178935" cy="0"/>
          </a:xfrm>
          <a:prstGeom prst="line">
            <a:avLst/>
          </a:prstGeom>
          <a:noFill/>
          <a:ln w="25400">
            <a:solidFill>
              <a:srgbClr val="0066B3"/>
            </a:solidFill>
            <a:prstDash val="solid"/>
          </a:ln>
        </p:spPr>
        <p:txBody>
          <a:bodyPr/>
          <a:lstStyle/>
          <a:p>
            <a:endParaRPr lang="en-US"/>
          </a:p>
        </p:txBody>
      </p:sp>
      <p:sp>
        <p:nvSpPr>
          <p:cNvPr id="37" name="Shape 33"/>
          <p:cNvSpPr/>
          <p:nvPr/>
        </p:nvSpPr>
        <p:spPr>
          <a:xfrm>
            <a:off x="2047740" y="4092173"/>
            <a:ext cx="178935" cy="0"/>
          </a:xfrm>
          <a:prstGeom prst="line">
            <a:avLst/>
          </a:prstGeom>
          <a:noFill/>
          <a:ln w="25400">
            <a:solidFill>
              <a:srgbClr val="0066B3"/>
            </a:solidFill>
            <a:prstDash val="solid"/>
          </a:ln>
        </p:spPr>
        <p:txBody>
          <a:bodyPr/>
          <a:lstStyle/>
          <a:p>
            <a:endParaRPr lang="en-US"/>
          </a:p>
        </p:txBody>
      </p:sp>
      <p:sp>
        <p:nvSpPr>
          <p:cNvPr id="38" name="Shape 34"/>
          <p:cNvSpPr/>
          <p:nvPr/>
        </p:nvSpPr>
        <p:spPr>
          <a:xfrm>
            <a:off x="2226675" y="4041390"/>
            <a:ext cx="178935" cy="0"/>
          </a:xfrm>
          <a:prstGeom prst="line">
            <a:avLst/>
          </a:prstGeom>
          <a:noFill/>
          <a:ln w="25400">
            <a:solidFill>
              <a:srgbClr val="0066B3"/>
            </a:solidFill>
            <a:prstDash val="solid"/>
          </a:ln>
        </p:spPr>
        <p:txBody>
          <a:bodyPr/>
          <a:lstStyle/>
          <a:p>
            <a:endParaRPr lang="en-US"/>
          </a:p>
        </p:txBody>
      </p:sp>
      <p:sp>
        <p:nvSpPr>
          <p:cNvPr id="39" name="Shape 35"/>
          <p:cNvSpPr/>
          <p:nvPr/>
        </p:nvSpPr>
        <p:spPr>
          <a:xfrm>
            <a:off x="2405609" y="3990558"/>
            <a:ext cx="178935" cy="0"/>
          </a:xfrm>
          <a:prstGeom prst="line">
            <a:avLst/>
          </a:prstGeom>
          <a:noFill/>
          <a:ln w="25400">
            <a:solidFill>
              <a:srgbClr val="0066B3"/>
            </a:solidFill>
            <a:prstDash val="solid"/>
          </a:ln>
        </p:spPr>
        <p:txBody>
          <a:bodyPr/>
          <a:lstStyle/>
          <a:p>
            <a:endParaRPr lang="en-US"/>
          </a:p>
        </p:txBody>
      </p:sp>
      <p:sp>
        <p:nvSpPr>
          <p:cNvPr id="40" name="Shape 36"/>
          <p:cNvSpPr/>
          <p:nvPr/>
        </p:nvSpPr>
        <p:spPr>
          <a:xfrm>
            <a:off x="2584544" y="3939682"/>
            <a:ext cx="178935" cy="0"/>
          </a:xfrm>
          <a:prstGeom prst="line">
            <a:avLst/>
          </a:prstGeom>
          <a:noFill/>
          <a:ln w="25400">
            <a:solidFill>
              <a:srgbClr val="0066B3"/>
            </a:solidFill>
            <a:prstDash val="solid"/>
          </a:ln>
        </p:spPr>
        <p:txBody>
          <a:bodyPr/>
          <a:lstStyle/>
          <a:p>
            <a:endParaRPr lang="en-US"/>
          </a:p>
        </p:txBody>
      </p:sp>
      <p:sp>
        <p:nvSpPr>
          <p:cNvPr id="41" name="Shape 37"/>
          <p:cNvSpPr/>
          <p:nvPr/>
        </p:nvSpPr>
        <p:spPr>
          <a:xfrm>
            <a:off x="2763479" y="3888764"/>
            <a:ext cx="178935" cy="0"/>
          </a:xfrm>
          <a:prstGeom prst="line">
            <a:avLst/>
          </a:prstGeom>
          <a:noFill/>
          <a:ln w="25400">
            <a:solidFill>
              <a:srgbClr val="0066B3"/>
            </a:solidFill>
            <a:prstDash val="solid"/>
          </a:ln>
        </p:spPr>
        <p:txBody>
          <a:bodyPr/>
          <a:lstStyle/>
          <a:p>
            <a:endParaRPr lang="en-US"/>
          </a:p>
        </p:txBody>
      </p:sp>
      <p:sp>
        <p:nvSpPr>
          <p:cNvPr id="42" name="Shape 38"/>
          <p:cNvSpPr/>
          <p:nvPr/>
        </p:nvSpPr>
        <p:spPr>
          <a:xfrm>
            <a:off x="2942414" y="3837755"/>
            <a:ext cx="178935" cy="0"/>
          </a:xfrm>
          <a:prstGeom prst="line">
            <a:avLst/>
          </a:prstGeom>
          <a:noFill/>
          <a:ln w="25400">
            <a:solidFill>
              <a:srgbClr val="0066B3"/>
            </a:solidFill>
            <a:prstDash val="solid"/>
          </a:ln>
        </p:spPr>
        <p:txBody>
          <a:bodyPr/>
          <a:lstStyle/>
          <a:p>
            <a:endParaRPr lang="en-US"/>
          </a:p>
        </p:txBody>
      </p:sp>
      <p:sp>
        <p:nvSpPr>
          <p:cNvPr id="43" name="Shape 39"/>
          <p:cNvSpPr/>
          <p:nvPr/>
        </p:nvSpPr>
        <p:spPr>
          <a:xfrm>
            <a:off x="3121349" y="3786690"/>
            <a:ext cx="178935" cy="0"/>
          </a:xfrm>
          <a:prstGeom prst="line">
            <a:avLst/>
          </a:prstGeom>
          <a:noFill/>
          <a:ln w="25400">
            <a:solidFill>
              <a:srgbClr val="0066B3"/>
            </a:solidFill>
            <a:prstDash val="solid"/>
          </a:ln>
        </p:spPr>
        <p:txBody>
          <a:bodyPr/>
          <a:lstStyle/>
          <a:p>
            <a:endParaRPr lang="en-US"/>
          </a:p>
        </p:txBody>
      </p:sp>
      <p:sp>
        <p:nvSpPr>
          <p:cNvPr id="44" name="Shape 40"/>
          <p:cNvSpPr/>
          <p:nvPr/>
        </p:nvSpPr>
        <p:spPr>
          <a:xfrm>
            <a:off x="3300283" y="3735527"/>
            <a:ext cx="178935" cy="0"/>
          </a:xfrm>
          <a:prstGeom prst="line">
            <a:avLst/>
          </a:prstGeom>
          <a:noFill/>
          <a:ln w="25400">
            <a:solidFill>
              <a:srgbClr val="0066B3"/>
            </a:solidFill>
            <a:prstDash val="solid"/>
          </a:ln>
        </p:spPr>
        <p:txBody>
          <a:bodyPr/>
          <a:lstStyle/>
          <a:p>
            <a:endParaRPr lang="en-US"/>
          </a:p>
        </p:txBody>
      </p:sp>
      <p:sp>
        <p:nvSpPr>
          <p:cNvPr id="45" name="Shape 41"/>
          <p:cNvSpPr/>
          <p:nvPr/>
        </p:nvSpPr>
        <p:spPr>
          <a:xfrm>
            <a:off x="3479218" y="3684339"/>
            <a:ext cx="178935" cy="0"/>
          </a:xfrm>
          <a:prstGeom prst="line">
            <a:avLst/>
          </a:prstGeom>
          <a:noFill/>
          <a:ln w="25400">
            <a:solidFill>
              <a:srgbClr val="0066B3"/>
            </a:solidFill>
            <a:prstDash val="solid"/>
          </a:ln>
        </p:spPr>
        <p:txBody>
          <a:bodyPr/>
          <a:lstStyle/>
          <a:p>
            <a:endParaRPr lang="en-US"/>
          </a:p>
        </p:txBody>
      </p:sp>
      <p:sp>
        <p:nvSpPr>
          <p:cNvPr id="46" name="Shape 42"/>
          <p:cNvSpPr/>
          <p:nvPr/>
        </p:nvSpPr>
        <p:spPr>
          <a:xfrm>
            <a:off x="3658153" y="3632911"/>
            <a:ext cx="178935" cy="0"/>
          </a:xfrm>
          <a:prstGeom prst="line">
            <a:avLst/>
          </a:prstGeom>
          <a:noFill/>
          <a:ln w="25400">
            <a:solidFill>
              <a:srgbClr val="0066B3"/>
            </a:solidFill>
            <a:prstDash val="solid"/>
          </a:ln>
        </p:spPr>
        <p:txBody>
          <a:bodyPr/>
          <a:lstStyle/>
          <a:p>
            <a:endParaRPr lang="en-US"/>
          </a:p>
        </p:txBody>
      </p:sp>
      <p:sp>
        <p:nvSpPr>
          <p:cNvPr id="47" name="Shape 43"/>
          <p:cNvSpPr/>
          <p:nvPr/>
        </p:nvSpPr>
        <p:spPr>
          <a:xfrm>
            <a:off x="3837088" y="3581459"/>
            <a:ext cx="178935" cy="0"/>
          </a:xfrm>
          <a:prstGeom prst="line">
            <a:avLst/>
          </a:prstGeom>
          <a:noFill/>
          <a:ln w="25400">
            <a:solidFill>
              <a:srgbClr val="0066B3"/>
            </a:solidFill>
            <a:prstDash val="solid"/>
          </a:ln>
        </p:spPr>
        <p:txBody>
          <a:bodyPr/>
          <a:lstStyle/>
          <a:p>
            <a:endParaRPr lang="en-US"/>
          </a:p>
        </p:txBody>
      </p:sp>
      <p:sp>
        <p:nvSpPr>
          <p:cNvPr id="48" name="Shape 44"/>
          <p:cNvSpPr/>
          <p:nvPr/>
        </p:nvSpPr>
        <p:spPr>
          <a:xfrm>
            <a:off x="4016023" y="3529881"/>
            <a:ext cx="178935" cy="0"/>
          </a:xfrm>
          <a:prstGeom prst="line">
            <a:avLst/>
          </a:prstGeom>
          <a:noFill/>
          <a:ln w="25400">
            <a:solidFill>
              <a:srgbClr val="0066B3"/>
            </a:solidFill>
            <a:prstDash val="solid"/>
          </a:ln>
        </p:spPr>
        <p:txBody>
          <a:bodyPr/>
          <a:lstStyle/>
          <a:p>
            <a:endParaRPr lang="en-US"/>
          </a:p>
        </p:txBody>
      </p:sp>
      <p:sp>
        <p:nvSpPr>
          <p:cNvPr id="49" name="Shape 45"/>
          <p:cNvSpPr/>
          <p:nvPr/>
        </p:nvSpPr>
        <p:spPr>
          <a:xfrm>
            <a:off x="4194957" y="3478153"/>
            <a:ext cx="178935" cy="0"/>
          </a:xfrm>
          <a:prstGeom prst="line">
            <a:avLst/>
          </a:prstGeom>
          <a:noFill/>
          <a:ln w="25400">
            <a:solidFill>
              <a:srgbClr val="0066B3"/>
            </a:solidFill>
            <a:prstDash val="solid"/>
          </a:ln>
        </p:spPr>
        <p:txBody>
          <a:bodyPr/>
          <a:lstStyle/>
          <a:p>
            <a:endParaRPr lang="en-US"/>
          </a:p>
        </p:txBody>
      </p:sp>
      <p:sp>
        <p:nvSpPr>
          <p:cNvPr id="50" name="Shape 46"/>
          <p:cNvSpPr/>
          <p:nvPr/>
        </p:nvSpPr>
        <p:spPr>
          <a:xfrm>
            <a:off x="4373892" y="3426262"/>
            <a:ext cx="178935" cy="0"/>
          </a:xfrm>
          <a:prstGeom prst="line">
            <a:avLst/>
          </a:prstGeom>
          <a:noFill/>
          <a:ln w="25400">
            <a:solidFill>
              <a:srgbClr val="0066B3"/>
            </a:solidFill>
            <a:prstDash val="solid"/>
          </a:ln>
        </p:spPr>
        <p:txBody>
          <a:bodyPr/>
          <a:lstStyle/>
          <a:p>
            <a:endParaRPr lang="en-US"/>
          </a:p>
        </p:txBody>
      </p:sp>
      <p:sp>
        <p:nvSpPr>
          <p:cNvPr id="51" name="Shape 47"/>
          <p:cNvSpPr/>
          <p:nvPr/>
        </p:nvSpPr>
        <p:spPr>
          <a:xfrm>
            <a:off x="4552827" y="3374205"/>
            <a:ext cx="178935" cy="0"/>
          </a:xfrm>
          <a:prstGeom prst="line">
            <a:avLst/>
          </a:prstGeom>
          <a:noFill/>
          <a:ln w="25400">
            <a:solidFill>
              <a:srgbClr val="0066B3"/>
            </a:solidFill>
            <a:prstDash val="solid"/>
          </a:ln>
        </p:spPr>
        <p:txBody>
          <a:bodyPr/>
          <a:lstStyle/>
          <a:p>
            <a:endParaRPr lang="en-US"/>
          </a:p>
        </p:txBody>
      </p:sp>
      <p:sp>
        <p:nvSpPr>
          <p:cNvPr id="52" name="Shape 48"/>
          <p:cNvSpPr/>
          <p:nvPr/>
        </p:nvSpPr>
        <p:spPr>
          <a:xfrm>
            <a:off x="4731762" y="3321983"/>
            <a:ext cx="178935" cy="0"/>
          </a:xfrm>
          <a:prstGeom prst="line">
            <a:avLst/>
          </a:prstGeom>
          <a:noFill/>
          <a:ln w="25400">
            <a:solidFill>
              <a:srgbClr val="0066B3"/>
            </a:solidFill>
            <a:prstDash val="solid"/>
          </a:ln>
        </p:spPr>
        <p:txBody>
          <a:bodyPr/>
          <a:lstStyle/>
          <a:p>
            <a:endParaRPr lang="en-US"/>
          </a:p>
        </p:txBody>
      </p:sp>
      <p:sp>
        <p:nvSpPr>
          <p:cNvPr id="53" name="Shape 49"/>
          <p:cNvSpPr/>
          <p:nvPr/>
        </p:nvSpPr>
        <p:spPr>
          <a:xfrm>
            <a:off x="4910697" y="3269810"/>
            <a:ext cx="178935" cy="0"/>
          </a:xfrm>
          <a:prstGeom prst="line">
            <a:avLst/>
          </a:prstGeom>
          <a:noFill/>
          <a:ln w="25400">
            <a:solidFill>
              <a:srgbClr val="0066B3"/>
            </a:solidFill>
            <a:prstDash val="solid"/>
          </a:ln>
        </p:spPr>
        <p:txBody>
          <a:bodyPr/>
          <a:lstStyle/>
          <a:p>
            <a:endParaRPr lang="en-US"/>
          </a:p>
        </p:txBody>
      </p:sp>
      <p:sp>
        <p:nvSpPr>
          <p:cNvPr id="54" name="Shape 50"/>
          <p:cNvSpPr/>
          <p:nvPr/>
        </p:nvSpPr>
        <p:spPr>
          <a:xfrm>
            <a:off x="5089632" y="3217167"/>
            <a:ext cx="178935" cy="0"/>
          </a:xfrm>
          <a:prstGeom prst="line">
            <a:avLst/>
          </a:prstGeom>
          <a:noFill/>
          <a:ln w="25400">
            <a:solidFill>
              <a:srgbClr val="0066B3"/>
            </a:solidFill>
            <a:prstDash val="solid"/>
          </a:ln>
        </p:spPr>
        <p:txBody>
          <a:bodyPr/>
          <a:lstStyle/>
          <a:p>
            <a:endParaRPr lang="en-US"/>
          </a:p>
        </p:txBody>
      </p:sp>
      <p:sp>
        <p:nvSpPr>
          <p:cNvPr id="55" name="Shape 51"/>
          <p:cNvSpPr/>
          <p:nvPr/>
        </p:nvSpPr>
        <p:spPr>
          <a:xfrm>
            <a:off x="5268566" y="3164367"/>
            <a:ext cx="178935" cy="0"/>
          </a:xfrm>
          <a:prstGeom prst="line">
            <a:avLst/>
          </a:prstGeom>
          <a:noFill/>
          <a:ln w="25400">
            <a:solidFill>
              <a:srgbClr val="0066B3"/>
            </a:solidFill>
            <a:prstDash val="solid"/>
          </a:ln>
        </p:spPr>
        <p:txBody>
          <a:bodyPr/>
          <a:lstStyle/>
          <a:p>
            <a:endParaRPr lang="en-US"/>
          </a:p>
        </p:txBody>
      </p:sp>
      <p:sp>
        <p:nvSpPr>
          <p:cNvPr id="56" name="Shape 52"/>
          <p:cNvSpPr/>
          <p:nvPr/>
        </p:nvSpPr>
        <p:spPr>
          <a:xfrm>
            <a:off x="5447501" y="3111618"/>
            <a:ext cx="178935" cy="0"/>
          </a:xfrm>
          <a:prstGeom prst="line">
            <a:avLst/>
          </a:prstGeom>
          <a:noFill/>
          <a:ln w="25400">
            <a:solidFill>
              <a:srgbClr val="0066B3"/>
            </a:solidFill>
            <a:prstDash val="solid"/>
          </a:ln>
        </p:spPr>
        <p:txBody>
          <a:bodyPr/>
          <a:lstStyle/>
          <a:p>
            <a:endParaRPr lang="en-US"/>
          </a:p>
        </p:txBody>
      </p:sp>
      <p:sp>
        <p:nvSpPr>
          <p:cNvPr id="57" name="Shape 53"/>
          <p:cNvSpPr/>
          <p:nvPr/>
        </p:nvSpPr>
        <p:spPr>
          <a:xfrm>
            <a:off x="5626436" y="3058359"/>
            <a:ext cx="178935" cy="0"/>
          </a:xfrm>
          <a:prstGeom prst="line">
            <a:avLst/>
          </a:prstGeom>
          <a:noFill/>
          <a:ln w="25400">
            <a:solidFill>
              <a:srgbClr val="0066B3"/>
            </a:solidFill>
            <a:prstDash val="solid"/>
          </a:ln>
        </p:spPr>
        <p:txBody>
          <a:bodyPr/>
          <a:lstStyle/>
          <a:p>
            <a:endParaRPr lang="en-US"/>
          </a:p>
        </p:txBody>
      </p:sp>
      <p:sp>
        <p:nvSpPr>
          <p:cNvPr id="58" name="Shape 54"/>
          <p:cNvSpPr/>
          <p:nvPr/>
        </p:nvSpPr>
        <p:spPr>
          <a:xfrm>
            <a:off x="5805371" y="3005222"/>
            <a:ext cx="178935" cy="0"/>
          </a:xfrm>
          <a:prstGeom prst="line">
            <a:avLst/>
          </a:prstGeom>
          <a:noFill/>
          <a:ln w="25400">
            <a:solidFill>
              <a:srgbClr val="0066B3"/>
            </a:solidFill>
            <a:prstDash val="solid"/>
          </a:ln>
        </p:spPr>
        <p:txBody>
          <a:bodyPr/>
          <a:lstStyle/>
          <a:p>
            <a:endParaRPr lang="en-US"/>
          </a:p>
        </p:txBody>
      </p:sp>
      <p:sp>
        <p:nvSpPr>
          <p:cNvPr id="59" name="Shape 55"/>
          <p:cNvSpPr/>
          <p:nvPr/>
        </p:nvSpPr>
        <p:spPr>
          <a:xfrm>
            <a:off x="5984306" y="2951486"/>
            <a:ext cx="178935" cy="0"/>
          </a:xfrm>
          <a:prstGeom prst="line">
            <a:avLst/>
          </a:prstGeom>
          <a:noFill/>
          <a:ln w="25400">
            <a:solidFill>
              <a:srgbClr val="0066B3"/>
            </a:solidFill>
            <a:prstDash val="solid"/>
          </a:ln>
        </p:spPr>
        <p:txBody>
          <a:bodyPr/>
          <a:lstStyle/>
          <a:p>
            <a:endParaRPr lang="en-US"/>
          </a:p>
        </p:txBody>
      </p:sp>
      <p:sp>
        <p:nvSpPr>
          <p:cNvPr id="60" name="Shape 56"/>
          <p:cNvSpPr/>
          <p:nvPr/>
        </p:nvSpPr>
        <p:spPr>
          <a:xfrm>
            <a:off x="6163240" y="2897892"/>
            <a:ext cx="178935" cy="0"/>
          </a:xfrm>
          <a:prstGeom prst="line">
            <a:avLst/>
          </a:prstGeom>
          <a:noFill/>
          <a:ln w="25400">
            <a:solidFill>
              <a:srgbClr val="0066B3"/>
            </a:solidFill>
            <a:prstDash val="solid"/>
          </a:ln>
        </p:spPr>
        <p:txBody>
          <a:bodyPr/>
          <a:lstStyle/>
          <a:p>
            <a:endParaRPr lang="en-US"/>
          </a:p>
        </p:txBody>
      </p:sp>
      <p:sp>
        <p:nvSpPr>
          <p:cNvPr id="61" name="Shape 57"/>
          <p:cNvSpPr/>
          <p:nvPr/>
        </p:nvSpPr>
        <p:spPr>
          <a:xfrm>
            <a:off x="6342175" y="2843673"/>
            <a:ext cx="178935" cy="0"/>
          </a:xfrm>
          <a:prstGeom prst="line">
            <a:avLst/>
          </a:prstGeom>
          <a:noFill/>
          <a:ln w="25400">
            <a:solidFill>
              <a:srgbClr val="0066B3"/>
            </a:solidFill>
            <a:prstDash val="solid"/>
          </a:ln>
        </p:spPr>
        <p:txBody>
          <a:bodyPr/>
          <a:lstStyle/>
          <a:p>
            <a:endParaRPr lang="en-US"/>
          </a:p>
        </p:txBody>
      </p:sp>
      <p:sp>
        <p:nvSpPr>
          <p:cNvPr id="62" name="Shape 58"/>
          <p:cNvSpPr/>
          <p:nvPr/>
        </p:nvSpPr>
        <p:spPr>
          <a:xfrm>
            <a:off x="6521110" y="2789561"/>
            <a:ext cx="178935" cy="0"/>
          </a:xfrm>
          <a:prstGeom prst="line">
            <a:avLst/>
          </a:prstGeom>
          <a:noFill/>
          <a:ln w="25400">
            <a:solidFill>
              <a:srgbClr val="0066B3"/>
            </a:solidFill>
            <a:prstDash val="solid"/>
          </a:ln>
        </p:spPr>
        <p:txBody>
          <a:bodyPr/>
          <a:lstStyle/>
          <a:p>
            <a:endParaRPr lang="en-US"/>
          </a:p>
        </p:txBody>
      </p:sp>
      <p:sp>
        <p:nvSpPr>
          <p:cNvPr id="63" name="Shape 59"/>
          <p:cNvSpPr/>
          <p:nvPr/>
        </p:nvSpPr>
        <p:spPr>
          <a:xfrm>
            <a:off x="6700045" y="2734863"/>
            <a:ext cx="178935" cy="0"/>
          </a:xfrm>
          <a:prstGeom prst="line">
            <a:avLst/>
          </a:prstGeom>
          <a:noFill/>
          <a:ln w="25400">
            <a:solidFill>
              <a:srgbClr val="0066B3"/>
            </a:solidFill>
            <a:prstDash val="solid"/>
          </a:ln>
        </p:spPr>
        <p:txBody>
          <a:bodyPr/>
          <a:lstStyle/>
          <a:p>
            <a:endParaRPr lang="en-US"/>
          </a:p>
        </p:txBody>
      </p:sp>
      <p:sp>
        <p:nvSpPr>
          <p:cNvPr id="64" name="Shape 60"/>
          <p:cNvSpPr/>
          <p:nvPr/>
        </p:nvSpPr>
        <p:spPr>
          <a:xfrm>
            <a:off x="6878980" y="2680174"/>
            <a:ext cx="178935" cy="0"/>
          </a:xfrm>
          <a:prstGeom prst="line">
            <a:avLst/>
          </a:prstGeom>
          <a:noFill/>
          <a:ln w="25400">
            <a:solidFill>
              <a:srgbClr val="0066B3"/>
            </a:solidFill>
            <a:prstDash val="solid"/>
          </a:ln>
        </p:spPr>
        <p:txBody>
          <a:bodyPr/>
          <a:lstStyle/>
          <a:p>
            <a:endParaRPr lang="en-US"/>
          </a:p>
        </p:txBody>
      </p:sp>
      <p:sp>
        <p:nvSpPr>
          <p:cNvPr id="65" name="Text 61"/>
          <p:cNvSpPr/>
          <p:nvPr/>
        </p:nvSpPr>
        <p:spPr>
          <a:xfrm>
            <a:off x="1627632" y="5157216"/>
            <a:ext cx="5788152" cy="256032"/>
          </a:xfrm>
          <a:prstGeom prst="rect">
            <a:avLst/>
          </a:prstGeom>
          <a:noFill/>
          <a:ln/>
        </p:spPr>
        <p:txBody>
          <a:bodyPr wrap="square" lIns="0" tIns="0" rIns="0" bIns="0" rtlCol="0" anchor="ctr"/>
          <a:lstStyle/>
          <a:p>
            <a:pPr marL="0" indent="0" algn="ctr">
              <a:buNone/>
            </a:pPr>
            <a:r>
              <a:rPr lang="en-US" sz="1500" dirty="0">
                <a:solidFill>
                  <a:srgbClr val="172938"/>
                </a:solidFill>
                <a:latin typeface="Arial" pitchFamily="34" charset="0"/>
                <a:ea typeface="Arial" pitchFamily="34" charset="-122"/>
                <a:cs typeface="Arial" pitchFamily="34" charset="-120"/>
              </a:rPr>
              <a:t>Turbine inlet pressure [bar]</a:t>
            </a:r>
            <a:endParaRPr lang="en-US" sz="1500" dirty="0"/>
          </a:p>
        </p:txBody>
      </p:sp>
      <p:sp>
        <p:nvSpPr>
          <p:cNvPr id="66" name="Text 62"/>
          <p:cNvSpPr/>
          <p:nvPr/>
        </p:nvSpPr>
        <p:spPr>
          <a:xfrm>
            <a:off x="1627632" y="2203704"/>
            <a:ext cx="2057400" cy="246888"/>
          </a:xfrm>
          <a:prstGeom prst="rect">
            <a:avLst/>
          </a:prstGeom>
          <a:noFill/>
          <a:ln/>
        </p:spPr>
        <p:txBody>
          <a:bodyPr wrap="square" lIns="0" tIns="0" rIns="0" bIns="0" rtlCol="0" anchor="ctr"/>
          <a:lstStyle/>
          <a:p>
            <a:pPr marL="0" indent="0">
              <a:buNone/>
            </a:pPr>
            <a:r>
              <a:rPr lang="en-US" sz="1300" dirty="0">
                <a:solidFill>
                  <a:srgbClr val="172938"/>
                </a:solidFill>
                <a:latin typeface="Arial" pitchFamily="34" charset="0"/>
                <a:ea typeface="Arial" pitchFamily="34" charset="-122"/>
                <a:cs typeface="Arial" pitchFamily="34" charset="-120"/>
              </a:rPr>
              <a:t>Mass flow [kg/s]</a:t>
            </a:r>
            <a:endParaRPr lang="en-US" sz="1300" dirty="0"/>
          </a:p>
        </p:txBody>
      </p:sp>
      <p:pic>
        <p:nvPicPr>
          <p:cNvPr id="6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55280" y="2478097"/>
            <a:ext cx="3127248" cy="475342"/>
          </a:xfrm>
          <a:prstGeom prst="rect">
            <a:avLst/>
          </a:prstGeom>
        </p:spPr>
      </p:pic>
      <p:sp>
        <p:nvSpPr>
          <p:cNvPr id="68" name="Shape 63"/>
          <p:cNvSpPr/>
          <p:nvPr/>
        </p:nvSpPr>
        <p:spPr>
          <a:xfrm>
            <a:off x="7927848" y="3419856"/>
            <a:ext cx="3337560" cy="1810512"/>
          </a:xfrm>
          <a:prstGeom prst="rect">
            <a:avLst/>
          </a:prstGeom>
          <a:solidFill>
            <a:srgbClr val="F2F5F7"/>
          </a:solidFill>
          <a:ln w="12700">
            <a:solidFill>
              <a:srgbClr val="F2F5F7">
                <a:alpha val="0"/>
              </a:srgbClr>
            </a:solidFill>
            <a:prstDash val="solid"/>
          </a:ln>
        </p:spPr>
        <p:txBody>
          <a:bodyPr/>
          <a:lstStyle/>
          <a:p>
            <a:endParaRPr lang="en-US"/>
          </a:p>
        </p:txBody>
      </p:sp>
      <p:sp>
        <p:nvSpPr>
          <p:cNvPr id="69" name="Shape 64"/>
          <p:cNvSpPr/>
          <p:nvPr/>
        </p:nvSpPr>
        <p:spPr>
          <a:xfrm>
            <a:off x="7927848" y="3419856"/>
            <a:ext cx="32004" cy="1810512"/>
          </a:xfrm>
          <a:prstGeom prst="rect">
            <a:avLst/>
          </a:prstGeom>
          <a:solidFill>
            <a:srgbClr val="168A91"/>
          </a:solidFill>
          <a:ln w="12700">
            <a:solidFill>
              <a:srgbClr val="168A91">
                <a:alpha val="0"/>
              </a:srgbClr>
            </a:solidFill>
            <a:prstDash val="solid"/>
          </a:ln>
        </p:spPr>
        <p:txBody>
          <a:bodyPr/>
          <a:lstStyle/>
          <a:p>
            <a:endParaRPr lang="en-US"/>
          </a:p>
        </p:txBody>
      </p:sp>
      <p:sp>
        <p:nvSpPr>
          <p:cNvPr id="70" name="Text 65"/>
          <p:cNvSpPr/>
          <p:nvPr/>
        </p:nvSpPr>
        <p:spPr>
          <a:xfrm>
            <a:off x="8092440" y="3575304"/>
            <a:ext cx="3008376"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TESPy must use</a:t>
            </a:r>
            <a:endParaRPr lang="en-US" sz="2200" dirty="0"/>
          </a:p>
        </p:txBody>
      </p:sp>
      <p:sp>
        <p:nvSpPr>
          <p:cNvPr id="71" name="Text 66"/>
          <p:cNvSpPr/>
          <p:nvPr/>
        </p:nvSpPr>
        <p:spPr>
          <a:xfrm>
            <a:off x="8092440" y="4178808"/>
            <a:ext cx="3008376" cy="896112"/>
          </a:xfrm>
          <a:prstGeom prst="rect">
            <a:avLst/>
          </a:prstGeom>
          <a:noFill/>
          <a:ln/>
        </p:spPr>
        <p:txBody>
          <a:bodyPr wrap="square" lIns="0" tIns="0" rIns="0" bIns="0" rtlCol="0" anchor="t"/>
          <a:lstStyle/>
          <a:p>
            <a:pPr marL="0" indent="0">
              <a:buNone/>
            </a:pPr>
            <a:r>
              <a:rPr lang="en-US" sz="1900" dirty="0">
                <a:solidFill>
                  <a:srgbClr val="172938"/>
                </a:solidFill>
                <a:latin typeface="Arial" pitchFamily="34" charset="0"/>
                <a:ea typeface="Arial" pitchFamily="34" charset="-122"/>
                <a:cs typeface="Arial" pitchFamily="34" charset="-120"/>
              </a:rPr>
              <a:t>The current inlet state</a:t>
            </a:r>
            <a:endParaRPr lang="en-US" sz="1900" dirty="0"/>
          </a:p>
          <a:p>
            <a:pPr marL="0" indent="0">
              <a:buNone/>
            </a:pPr>
            <a:r>
              <a:rPr lang="en-US" sz="1900" dirty="0">
                <a:solidFill>
                  <a:srgbClr val="172938"/>
                </a:solidFill>
                <a:latin typeface="Arial" pitchFamily="34" charset="0"/>
                <a:ea typeface="Arial" pitchFamily="34" charset="-122"/>
                <a:cs typeface="Arial" pitchFamily="34" charset="-120"/>
              </a:rPr>
              <a:t>and the fixed total</a:t>
            </a:r>
            <a:endParaRPr lang="en-US" sz="1900" dirty="0"/>
          </a:p>
          <a:p>
            <a:pPr marL="0" indent="0">
              <a:buNone/>
            </a:pPr>
            <a:r>
              <a:rPr lang="en-US" sz="1900" dirty="0">
                <a:solidFill>
                  <a:srgbClr val="172938"/>
                </a:solidFill>
                <a:latin typeface="Arial" pitchFamily="34" charset="0"/>
                <a:ea typeface="Arial" pitchFamily="34" charset="-122"/>
                <a:cs typeface="Arial" pitchFamily="34" charset="-120"/>
              </a:rPr>
              <a:t>throat area.</a:t>
            </a:r>
            <a:endParaRPr lang="en-US" sz="1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notebook_slides_work/assets/base_slide3_2.jpg"/>
          <p:cNvPicPr>
            <a:picLocks noChangeAspect="1"/>
          </p:cNvPicPr>
          <p:nvPr/>
        </p:nvPicPr>
        <p:blipFill>
          <a:blip r:embed="rId3"/>
          <a:stretch>
            <a:fillRect/>
          </a:stretch>
        </p:blipFill>
        <p:spPr>
          <a:xfrm>
            <a:off x="360345" y="246888"/>
            <a:ext cx="3055782" cy="923544"/>
          </a:xfrm>
          <a:prstGeom prst="rect">
            <a:avLst/>
          </a:prstGeom>
        </p:spPr>
      </p:pic>
      <p:sp>
        <p:nvSpPr>
          <p:cNvPr id="3" name="Text 0"/>
          <p:cNvSpPr/>
          <p:nvPr/>
        </p:nvSpPr>
        <p:spPr>
          <a:xfrm>
            <a:off x="6976872" y="310896"/>
            <a:ext cx="4480560" cy="246888"/>
          </a:xfrm>
          <a:prstGeom prst="rect">
            <a:avLst/>
          </a:prstGeom>
          <a:noFill/>
          <a:ln/>
        </p:spPr>
        <p:txBody>
          <a:bodyPr wrap="square" lIns="0" tIns="0" rIns="0" bIns="0" rtlCol="0" anchor="ctr"/>
          <a:lstStyle/>
          <a:p>
            <a:pPr marL="0" indent="0" algn="r">
              <a:buNone/>
            </a:pPr>
            <a:r>
              <a:rPr lang="en-US" sz="1100" kern="0" spc="110" dirty="0">
                <a:solidFill>
                  <a:srgbClr val="0066B3"/>
                </a:solidFill>
                <a:latin typeface="Arial" pitchFamily="34" charset="0"/>
                <a:ea typeface="Arial" pitchFamily="34" charset="-122"/>
                <a:cs typeface="Arial" pitchFamily="34" charset="-120"/>
              </a:rPr>
              <a:t>EXPORT AND HANDOFF</a:t>
            </a:r>
            <a:endParaRPr lang="en-US" sz="1100" dirty="0"/>
          </a:p>
        </p:txBody>
      </p:sp>
      <p:sp>
        <p:nvSpPr>
          <p:cNvPr id="4" name="Shape 1"/>
          <p:cNvSpPr/>
          <p:nvPr/>
        </p:nvSpPr>
        <p:spPr>
          <a:xfrm>
            <a:off x="9354312" y="704088"/>
            <a:ext cx="2075688" cy="292608"/>
          </a:xfrm>
          <a:prstGeom prst="rect">
            <a:avLst/>
          </a:prstGeom>
          <a:solidFill>
            <a:srgbClr val="0066B3"/>
          </a:solidFill>
          <a:ln w="12700">
            <a:solidFill>
              <a:srgbClr val="0066B3">
                <a:alpha val="0"/>
              </a:srgbClr>
            </a:solidFill>
            <a:prstDash val="solid"/>
          </a:ln>
        </p:spPr>
        <p:txBody>
          <a:bodyPr/>
          <a:lstStyle/>
          <a:p>
            <a:endParaRPr lang="en-US"/>
          </a:p>
        </p:txBody>
      </p:sp>
      <p:sp>
        <p:nvSpPr>
          <p:cNvPr id="5" name="Text 2"/>
          <p:cNvSpPr/>
          <p:nvPr/>
        </p:nvSpPr>
        <p:spPr>
          <a:xfrm>
            <a:off x="9427464" y="726948"/>
            <a:ext cx="1929384" cy="246888"/>
          </a:xfrm>
          <a:prstGeom prst="rect">
            <a:avLst/>
          </a:prstGeom>
          <a:noFill/>
          <a:ln/>
        </p:spPr>
        <p:txBody>
          <a:bodyPr wrap="square" lIns="0" tIns="0" rIns="0" bIns="0" rtlCol="0" anchor="ctr"/>
          <a:lstStyle/>
          <a:p>
            <a:pPr marL="0" indent="0" algn="ctr">
              <a:buNone/>
            </a:pPr>
            <a:r>
              <a:rPr lang="en-US" sz="1000" b="1" kern="0" spc="40" dirty="0">
                <a:solidFill>
                  <a:srgbClr val="FFFFFF"/>
                </a:solidFill>
                <a:latin typeface="Arial" pitchFamily="34" charset="0"/>
                <a:ea typeface="Arial" pitchFamily="34" charset="-122"/>
                <a:cs typeface="Arial" pitchFamily="34" charset="-120"/>
              </a:rPr>
              <a:t>RUN IN NOTEBOOK</a:t>
            </a:r>
            <a:endParaRPr lang="en-US" sz="1000" dirty="0"/>
          </a:p>
        </p:txBody>
      </p:sp>
      <p:sp>
        <p:nvSpPr>
          <p:cNvPr id="6" name="Text 3"/>
          <p:cNvSpPr/>
          <p:nvPr/>
        </p:nvSpPr>
        <p:spPr>
          <a:xfrm>
            <a:off x="1307592" y="1252728"/>
            <a:ext cx="10104120" cy="502920"/>
          </a:xfrm>
          <a:prstGeom prst="rect">
            <a:avLst/>
          </a:prstGeom>
          <a:noFill/>
          <a:ln/>
        </p:spPr>
        <p:txBody>
          <a:bodyPr wrap="square" lIns="0" tIns="0" rIns="0" bIns="0" rtlCol="0" anchor="ctr">
            <a:normAutofit/>
          </a:bodyPr>
          <a:lstStyle/>
          <a:p>
            <a:pPr marL="0" indent="0">
              <a:buNone/>
            </a:pPr>
            <a:r>
              <a:rPr lang="en-US" sz="2700">
                <a:solidFill>
                  <a:srgbClr val="172938"/>
                </a:solidFill>
                <a:latin typeface="Arial" pitchFamily="34" charset="0"/>
                <a:ea typeface="Arial" pitchFamily="34" charset="-122"/>
                <a:cs typeface="Arial" pitchFamily="34" charset="-120"/>
              </a:rPr>
              <a:t>E —JSON </a:t>
            </a:r>
            <a:r>
              <a:rPr lang="en-US" sz="2700" dirty="0">
                <a:solidFill>
                  <a:srgbClr val="172938"/>
                </a:solidFill>
                <a:latin typeface="Arial" pitchFamily="34" charset="0"/>
                <a:ea typeface="Arial" pitchFamily="34" charset="-122"/>
                <a:cs typeface="Arial" pitchFamily="34" charset="-120"/>
              </a:rPr>
              <a:t>connects the two workshops</a:t>
            </a:r>
            <a:endParaRPr lang="en-US" sz="2700" dirty="0"/>
          </a:p>
        </p:txBody>
      </p:sp>
      <p:sp>
        <p:nvSpPr>
          <p:cNvPr id="7" name="Shape 4"/>
          <p:cNvSpPr/>
          <p:nvPr/>
        </p:nvSpPr>
        <p:spPr>
          <a:xfrm>
            <a:off x="1307592" y="1837944"/>
            <a:ext cx="10122408" cy="0"/>
          </a:xfrm>
          <a:prstGeom prst="line">
            <a:avLst/>
          </a:prstGeom>
          <a:noFill/>
          <a:ln w="12700">
            <a:solidFill>
              <a:srgbClr val="D4E1EA"/>
            </a:solidFill>
            <a:prstDash val="solid"/>
          </a:ln>
        </p:spPr>
        <p:txBody>
          <a:bodyPr/>
          <a:lstStyle/>
          <a:p>
            <a:endParaRPr lang="en-US"/>
          </a:p>
        </p:txBody>
      </p:sp>
      <p:sp>
        <p:nvSpPr>
          <p:cNvPr id="8" name="Text 5"/>
          <p:cNvSpPr/>
          <p:nvPr/>
        </p:nvSpPr>
        <p:spPr>
          <a:xfrm>
            <a:off x="393192" y="6519672"/>
            <a:ext cx="530352" cy="164592"/>
          </a:xfrm>
          <a:prstGeom prst="rect">
            <a:avLst/>
          </a:prstGeom>
          <a:noFill/>
          <a:ln/>
        </p:spPr>
        <p:txBody>
          <a:bodyPr wrap="square" lIns="0" tIns="0" rIns="0" bIns="0" rtlCol="0" anchor="ctr"/>
          <a:lstStyle/>
          <a:p>
            <a:pPr marL="0" indent="0">
              <a:buNone/>
            </a:pPr>
            <a:r>
              <a:rPr lang="en-US" sz="1000" dirty="0">
                <a:solidFill>
                  <a:srgbClr val="0066B3"/>
                </a:solidFill>
                <a:latin typeface="Arial" pitchFamily="34" charset="0"/>
                <a:ea typeface="Arial" pitchFamily="34" charset="-122"/>
                <a:cs typeface="Arial" pitchFamily="34" charset="-120"/>
              </a:rPr>
              <a:t>J26</a:t>
            </a:r>
            <a:endParaRPr lang="en-US" sz="1000" dirty="0"/>
          </a:p>
        </p:txBody>
      </p:sp>
      <p:sp>
        <p:nvSpPr>
          <p:cNvPr id="10" name="Text 7"/>
          <p:cNvSpPr/>
          <p:nvPr/>
        </p:nvSpPr>
        <p:spPr>
          <a:xfrm>
            <a:off x="9509760" y="6510528"/>
            <a:ext cx="1920240" cy="164592"/>
          </a:xfrm>
          <a:prstGeom prst="rect">
            <a:avLst/>
          </a:prstGeom>
          <a:noFill/>
          <a:ln/>
        </p:spPr>
        <p:txBody>
          <a:bodyPr wrap="square" lIns="0" tIns="0" rIns="0" bIns="0" rtlCol="0" anchor="ctr"/>
          <a:lstStyle/>
          <a:p>
            <a:pPr marL="0" indent="0" algn="r">
              <a:buNone/>
            </a:pPr>
            <a:r>
              <a:rPr lang="en-US" sz="900" dirty="0">
                <a:solidFill>
                  <a:srgbClr val="576A79"/>
                </a:solidFill>
                <a:latin typeface="Arial" pitchFamily="34" charset="0"/>
                <a:ea typeface="Arial" pitchFamily="34" charset="-122"/>
                <a:cs typeface="Arial" pitchFamily="34" charset="-120"/>
              </a:rPr>
              <a:t>KCORC 2026  |  CTU UCEEB</a:t>
            </a:r>
            <a:endParaRPr lang="en-US" sz="900" dirty="0"/>
          </a:p>
        </p:txBody>
      </p:sp>
      <p:sp>
        <p:nvSpPr>
          <p:cNvPr id="12" name="Shape 8"/>
          <p:cNvSpPr/>
          <p:nvPr/>
        </p:nvSpPr>
        <p:spPr>
          <a:xfrm>
            <a:off x="941832" y="2212848"/>
            <a:ext cx="6556248" cy="3346704"/>
          </a:xfrm>
          <a:prstGeom prst="rect">
            <a:avLst/>
          </a:prstGeom>
          <a:solidFill>
            <a:srgbClr val="F2F5F7"/>
          </a:solidFill>
          <a:ln w="12700">
            <a:solidFill>
              <a:srgbClr val="F2F5F7">
                <a:alpha val="0"/>
              </a:srgbClr>
            </a:solidFill>
            <a:prstDash val="solid"/>
          </a:ln>
        </p:spPr>
        <p:txBody>
          <a:bodyPr/>
          <a:lstStyle/>
          <a:p>
            <a:endParaRPr lang="en-US"/>
          </a:p>
        </p:txBody>
      </p:sp>
      <p:sp>
        <p:nvSpPr>
          <p:cNvPr id="13" name="Text 9"/>
          <p:cNvSpPr/>
          <p:nvPr/>
        </p:nvSpPr>
        <p:spPr>
          <a:xfrm>
            <a:off x="1124712" y="2368296"/>
            <a:ext cx="6190488" cy="3035808"/>
          </a:xfrm>
          <a:prstGeom prst="rect">
            <a:avLst/>
          </a:prstGeom>
          <a:noFill/>
          <a:ln/>
        </p:spPr>
        <p:txBody>
          <a:bodyPr wrap="square" lIns="0" tIns="0" rIns="0" bIns="0" rtlCol="0" anchor="t"/>
          <a:lstStyle/>
          <a:p>
            <a:pPr marL="0" indent="0">
              <a:buNone/>
            </a:pPr>
            <a:r>
              <a:rPr lang="en-US" sz="1800" dirty="0">
                <a:solidFill>
                  <a:srgbClr val="003B66"/>
                </a:solidFill>
                <a:latin typeface="Courier New" pitchFamily="34" charset="0"/>
                <a:ea typeface="Courier New" pitchFamily="34" charset="-122"/>
                <a:cs typeface="Courier New" pitchFamily="34" charset="-120"/>
              </a:rPr>
              <a:t>"fluid": "R1233zd(E)"</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"fixed_geometry": { "A_throat_m2": ... }</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"mass_flow_model": {</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    "discharge_coefficient": 1.0</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"characteristic": {</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    "pressure_ratio": [...],</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    "eta_is_ts": [...],</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    "n_opt_rpm": [...]</a:t>
            </a:r>
            <a:endParaRPr lang="en-US" sz="1800" dirty="0"/>
          </a:p>
          <a:p>
            <a:pPr marL="0" indent="0">
              <a:buNone/>
            </a:pPr>
            <a:r>
              <a:rPr lang="en-US" sz="1800" dirty="0">
                <a:solidFill>
                  <a:srgbClr val="003B66"/>
                </a:solidFill>
                <a:latin typeface="Courier New" pitchFamily="34" charset="0"/>
                <a:ea typeface="Courier New" pitchFamily="34" charset="-122"/>
                <a:cs typeface="Courier New" pitchFamily="34" charset="-120"/>
              </a:rPr>
              <a:t>}</a:t>
            </a:r>
            <a:endParaRPr lang="en-US" sz="1800" dirty="0"/>
          </a:p>
        </p:txBody>
      </p:sp>
      <p:sp>
        <p:nvSpPr>
          <p:cNvPr id="14" name="Shape 10"/>
          <p:cNvSpPr/>
          <p:nvPr/>
        </p:nvSpPr>
        <p:spPr>
          <a:xfrm>
            <a:off x="7863840" y="2221992"/>
            <a:ext cx="3410712" cy="1335024"/>
          </a:xfrm>
          <a:prstGeom prst="rect">
            <a:avLst/>
          </a:prstGeom>
          <a:solidFill>
            <a:srgbClr val="F2F5F7"/>
          </a:solidFill>
          <a:ln w="12700">
            <a:solidFill>
              <a:srgbClr val="F2F5F7">
                <a:alpha val="0"/>
              </a:srgbClr>
            </a:solidFill>
            <a:prstDash val="solid"/>
          </a:ln>
        </p:spPr>
        <p:txBody>
          <a:bodyPr/>
          <a:lstStyle/>
          <a:p>
            <a:endParaRPr lang="en-US"/>
          </a:p>
        </p:txBody>
      </p:sp>
      <p:sp>
        <p:nvSpPr>
          <p:cNvPr id="15" name="Shape 11"/>
          <p:cNvSpPr/>
          <p:nvPr/>
        </p:nvSpPr>
        <p:spPr>
          <a:xfrm>
            <a:off x="7863840" y="2221992"/>
            <a:ext cx="32004" cy="1335024"/>
          </a:xfrm>
          <a:prstGeom prst="rect">
            <a:avLst/>
          </a:prstGeom>
          <a:solidFill>
            <a:srgbClr val="0066B3"/>
          </a:solidFill>
          <a:ln w="12700">
            <a:solidFill>
              <a:srgbClr val="0066B3">
                <a:alpha val="0"/>
              </a:srgbClr>
            </a:solidFill>
            <a:prstDash val="solid"/>
          </a:ln>
        </p:spPr>
        <p:txBody>
          <a:bodyPr/>
          <a:lstStyle/>
          <a:p>
            <a:endParaRPr lang="en-US"/>
          </a:p>
        </p:txBody>
      </p:sp>
      <p:sp>
        <p:nvSpPr>
          <p:cNvPr id="16" name="Text 12"/>
          <p:cNvSpPr/>
          <p:nvPr/>
        </p:nvSpPr>
        <p:spPr>
          <a:xfrm>
            <a:off x="8028432" y="2377440"/>
            <a:ext cx="3081528" cy="393192"/>
          </a:xfrm>
          <a:prstGeom prst="rect">
            <a:avLst/>
          </a:prstGeom>
          <a:noFill/>
          <a:ln/>
        </p:spPr>
        <p:txBody>
          <a:bodyPr wrap="square" lIns="0" tIns="0" rIns="0" bIns="0" rtlCol="0" anchor="ctr"/>
          <a:lstStyle/>
          <a:p>
            <a:pPr marL="0" indent="0">
              <a:buNone/>
            </a:pPr>
            <a:r>
              <a:rPr lang="en-US" sz="2200" b="1" dirty="0">
                <a:solidFill>
                  <a:srgbClr val="0066B3"/>
                </a:solidFill>
                <a:latin typeface="Arial" pitchFamily="34" charset="0"/>
                <a:ea typeface="Arial" pitchFamily="34" charset="-122"/>
                <a:cs typeface="Arial" pitchFamily="34" charset="-120"/>
              </a:rPr>
              <a:t>Today</a:t>
            </a:r>
            <a:endParaRPr lang="en-US" sz="2200" dirty="0"/>
          </a:p>
        </p:txBody>
      </p:sp>
      <p:sp>
        <p:nvSpPr>
          <p:cNvPr id="17" name="Text 13"/>
          <p:cNvSpPr/>
          <p:nvPr/>
        </p:nvSpPr>
        <p:spPr>
          <a:xfrm>
            <a:off x="8028432" y="2980944"/>
            <a:ext cx="3081528" cy="420624"/>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Run the export cell.</a:t>
            </a:r>
            <a:endParaRPr lang="en-US" sz="2000" dirty="0"/>
          </a:p>
        </p:txBody>
      </p:sp>
      <p:sp>
        <p:nvSpPr>
          <p:cNvPr id="18" name="Shape 14"/>
          <p:cNvSpPr/>
          <p:nvPr/>
        </p:nvSpPr>
        <p:spPr>
          <a:xfrm>
            <a:off x="7863840" y="3794760"/>
            <a:ext cx="3410712" cy="1691640"/>
          </a:xfrm>
          <a:prstGeom prst="rect">
            <a:avLst/>
          </a:prstGeom>
          <a:solidFill>
            <a:srgbClr val="F2F5F7"/>
          </a:solidFill>
          <a:ln w="12700">
            <a:solidFill>
              <a:srgbClr val="F2F5F7">
                <a:alpha val="0"/>
              </a:srgbClr>
            </a:solidFill>
            <a:prstDash val="solid"/>
          </a:ln>
        </p:spPr>
        <p:txBody>
          <a:bodyPr/>
          <a:lstStyle/>
          <a:p>
            <a:endParaRPr lang="en-US"/>
          </a:p>
        </p:txBody>
      </p:sp>
      <p:sp>
        <p:nvSpPr>
          <p:cNvPr id="19" name="Shape 15"/>
          <p:cNvSpPr/>
          <p:nvPr/>
        </p:nvSpPr>
        <p:spPr>
          <a:xfrm>
            <a:off x="7863840" y="3794760"/>
            <a:ext cx="32004" cy="1691640"/>
          </a:xfrm>
          <a:prstGeom prst="rect">
            <a:avLst/>
          </a:prstGeom>
          <a:solidFill>
            <a:srgbClr val="168A91"/>
          </a:solidFill>
          <a:ln w="12700">
            <a:solidFill>
              <a:srgbClr val="168A91">
                <a:alpha val="0"/>
              </a:srgbClr>
            </a:solidFill>
            <a:prstDash val="solid"/>
          </a:ln>
        </p:spPr>
        <p:txBody>
          <a:bodyPr/>
          <a:lstStyle/>
          <a:p>
            <a:endParaRPr lang="en-US"/>
          </a:p>
        </p:txBody>
      </p:sp>
      <p:sp>
        <p:nvSpPr>
          <p:cNvPr id="20" name="Text 16"/>
          <p:cNvSpPr/>
          <p:nvPr/>
        </p:nvSpPr>
        <p:spPr>
          <a:xfrm>
            <a:off x="8028432" y="3950208"/>
            <a:ext cx="3081528" cy="393192"/>
          </a:xfrm>
          <a:prstGeom prst="rect">
            <a:avLst/>
          </a:prstGeom>
          <a:noFill/>
          <a:ln/>
        </p:spPr>
        <p:txBody>
          <a:bodyPr wrap="square" lIns="0" tIns="0" rIns="0" bIns="0" rtlCol="0" anchor="ctr"/>
          <a:lstStyle/>
          <a:p>
            <a:pPr marL="0" indent="0">
              <a:buNone/>
            </a:pPr>
            <a:r>
              <a:rPr lang="en-US" sz="2200" b="1" dirty="0">
                <a:solidFill>
                  <a:srgbClr val="168A91"/>
                </a:solidFill>
                <a:latin typeface="Arial" pitchFamily="34" charset="0"/>
                <a:ea typeface="Arial" pitchFamily="34" charset="-122"/>
                <a:cs typeface="Arial" pitchFamily="34" charset="-120"/>
              </a:rPr>
              <a:t>Tomorrow</a:t>
            </a:r>
            <a:endParaRPr lang="en-US" sz="2200" dirty="0"/>
          </a:p>
        </p:txBody>
      </p:sp>
      <p:sp>
        <p:nvSpPr>
          <p:cNvPr id="21" name="Text 17"/>
          <p:cNvSpPr/>
          <p:nvPr/>
        </p:nvSpPr>
        <p:spPr>
          <a:xfrm>
            <a:off x="8028432" y="4553712"/>
            <a:ext cx="3081528" cy="777240"/>
          </a:xfrm>
          <a:prstGeom prst="rect">
            <a:avLst/>
          </a:prstGeom>
          <a:noFill/>
          <a:ln/>
        </p:spPr>
        <p:txBody>
          <a:bodyPr wrap="square" lIns="0" tIns="0" rIns="0" bIns="0" rtlCol="0" anchor="t"/>
          <a:lstStyle/>
          <a:p>
            <a:pPr marL="0" indent="0">
              <a:buNone/>
            </a:pPr>
            <a:r>
              <a:rPr lang="en-US" sz="2000" dirty="0">
                <a:solidFill>
                  <a:srgbClr val="172938"/>
                </a:solidFill>
                <a:latin typeface="Arial" pitchFamily="34" charset="0"/>
                <a:ea typeface="Arial" pitchFamily="34" charset="-122"/>
                <a:cs typeface="Arial" pitchFamily="34" charset="-120"/>
              </a:rPr>
              <a:t>Use the file in</a:t>
            </a:r>
            <a:endParaRPr lang="en-US" sz="2000" dirty="0"/>
          </a:p>
          <a:p>
            <a:pPr marL="0" indent="0">
              <a:buNone/>
            </a:pPr>
            <a:r>
              <a:rPr lang="en-US" sz="2000">
                <a:solidFill>
                  <a:srgbClr val="172938"/>
                </a:solidFill>
                <a:latin typeface="Arial" pitchFamily="34" charset="0"/>
                <a:ea typeface="Arial" pitchFamily="34" charset="-122"/>
                <a:cs typeface="Arial" pitchFamily="34" charset="-120"/>
              </a:rPr>
              <a:t>Francesco’s </a:t>
            </a:r>
            <a:r>
              <a:rPr lang="cs-CZ" sz="2000">
                <a:solidFill>
                  <a:srgbClr val="172938"/>
                </a:solidFill>
                <a:latin typeface="Arial" pitchFamily="34" charset="0"/>
                <a:ea typeface="Arial" pitchFamily="34" charset="-122"/>
                <a:cs typeface="Arial" pitchFamily="34" charset="-120"/>
              </a:rPr>
              <a:t>TESPY </a:t>
            </a:r>
            <a:r>
              <a:rPr lang="en-US" sz="2000">
                <a:solidFill>
                  <a:srgbClr val="172938"/>
                </a:solidFill>
                <a:latin typeface="Arial" pitchFamily="34" charset="0"/>
                <a:ea typeface="Arial" pitchFamily="34" charset="-122"/>
                <a:cs typeface="Arial" pitchFamily="34" charset="-120"/>
              </a:rPr>
              <a:t> </a:t>
            </a:r>
            <a:r>
              <a:rPr lang="en-US" sz="2000" dirty="0">
                <a:solidFill>
                  <a:srgbClr val="172938"/>
                </a:solidFill>
                <a:latin typeface="Arial" pitchFamily="34" charset="0"/>
                <a:ea typeface="Arial" pitchFamily="34" charset="-122"/>
                <a:cs typeface="Arial" pitchFamily="34" charset="-120"/>
              </a:rPr>
              <a:t>model.</a:t>
            </a:r>
            <a:endParaRPr lang="en-US" sz="2000" dirty="0"/>
          </a:p>
        </p:txBody>
      </p:sp>
      <p:sp>
        <p:nvSpPr>
          <p:cNvPr id="22" name="Shape 18"/>
          <p:cNvSpPr/>
          <p:nvPr/>
        </p:nvSpPr>
        <p:spPr>
          <a:xfrm>
            <a:off x="722376" y="5687568"/>
            <a:ext cx="10762488" cy="512064"/>
          </a:xfrm>
          <a:prstGeom prst="rect">
            <a:avLst/>
          </a:prstGeom>
          <a:solidFill>
            <a:srgbClr val="EAF3F8"/>
          </a:solidFill>
          <a:ln w="12700">
            <a:solidFill>
              <a:srgbClr val="EAF3F8">
                <a:alpha val="0"/>
              </a:srgbClr>
            </a:solidFill>
            <a:prstDash val="solid"/>
          </a:ln>
        </p:spPr>
        <p:txBody>
          <a:bodyPr/>
          <a:lstStyle/>
          <a:p>
            <a:endParaRPr lang="en-US"/>
          </a:p>
        </p:txBody>
      </p:sp>
      <p:sp>
        <p:nvSpPr>
          <p:cNvPr id="23" name="Text 19"/>
          <p:cNvSpPr/>
          <p:nvPr/>
        </p:nvSpPr>
        <p:spPr>
          <a:xfrm>
            <a:off x="896112" y="5751576"/>
            <a:ext cx="10396728" cy="338328"/>
          </a:xfrm>
          <a:prstGeom prst="rect">
            <a:avLst/>
          </a:prstGeom>
          <a:noFill/>
          <a:ln/>
        </p:spPr>
        <p:txBody>
          <a:bodyPr wrap="square" lIns="0" tIns="0" rIns="0" bIns="0" rtlCol="0" anchor="ctr"/>
          <a:lstStyle/>
          <a:p>
            <a:pPr marL="0" indent="0">
              <a:buNone/>
            </a:pPr>
            <a:r>
              <a:rPr lang="en-US" sz="1700" dirty="0">
                <a:solidFill>
                  <a:srgbClr val="003B66"/>
                </a:solidFill>
                <a:latin typeface="Arial" pitchFamily="34" charset="0"/>
                <a:ea typeface="Arial" pitchFamily="34" charset="-122"/>
                <a:cs typeface="Arial" pitchFamily="34" charset="-120"/>
              </a:rPr>
              <a:t>Save outputs/turbine_reduced_characteristic.json. The turbine and cycle remain separate models.</a:t>
            </a:r>
            <a:endParaRPr lang="en-US" sz="17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065BD"/>
          </a:solidFill>
          <a:ln w="12700">
            <a:solidFill>
              <a:srgbClr val="0065BD"/>
            </a:solidFill>
            <a:prstDash val="solid"/>
          </a:ln>
        </p:spPr>
        <p:txBody>
          <a:bodyPr/>
          <a:lstStyle/>
          <a:p>
            <a:endParaRPr lang="en-US"/>
          </a:p>
        </p:txBody>
      </p:sp>
      <p:pic>
        <p:nvPicPr>
          <p:cNvPr id="3" name="Image 0" descr="/mnt/data/work_slides/template_unzip/ppt/media/image3.png"/>
          <p:cNvPicPr>
            <a:picLocks noChangeAspect="1"/>
          </p:cNvPicPr>
          <p:nvPr/>
        </p:nvPicPr>
        <p:blipFill>
          <a:blip r:embed="rId3"/>
          <a:stretch>
            <a:fillRect/>
          </a:stretch>
        </p:blipFill>
        <p:spPr>
          <a:xfrm>
            <a:off x="544050" y="320040"/>
            <a:ext cx="3209581" cy="1051560"/>
          </a:xfrm>
          <a:prstGeom prst="rect">
            <a:avLst/>
          </a:prstGeom>
        </p:spPr>
      </p:pic>
      <p:sp>
        <p:nvSpPr>
          <p:cNvPr id="4" name="Text 1"/>
          <p:cNvSpPr/>
          <p:nvPr/>
        </p:nvSpPr>
        <p:spPr>
          <a:xfrm>
            <a:off x="640080" y="2240280"/>
            <a:ext cx="3566160" cy="594360"/>
          </a:xfrm>
          <a:prstGeom prst="rect">
            <a:avLst/>
          </a:prstGeom>
          <a:noFill/>
          <a:ln/>
        </p:spPr>
        <p:txBody>
          <a:bodyPr wrap="square" lIns="0" tIns="0" rIns="0" bIns="0" rtlCol="0" anchor="ctr"/>
          <a:lstStyle/>
          <a:p>
            <a:pPr marL="0" indent="0">
              <a:buNone/>
            </a:pPr>
            <a:r>
              <a:rPr lang="en-US" sz="3800" b="1">
                <a:solidFill>
                  <a:srgbClr val="FFFFFF"/>
                </a:solidFill>
                <a:latin typeface="Arial" pitchFamily="34" charset="0"/>
                <a:ea typeface="Arial" pitchFamily="34" charset="-122"/>
                <a:cs typeface="Arial" pitchFamily="34" charset="-120"/>
              </a:rPr>
              <a:t>Thank you</a:t>
            </a:r>
            <a:r>
              <a:rPr lang="cs-CZ" sz="3800" b="1">
                <a:solidFill>
                  <a:srgbClr val="FFFFFF"/>
                </a:solidFill>
                <a:latin typeface="Arial" pitchFamily="34" charset="0"/>
                <a:ea typeface="Arial" pitchFamily="34" charset="-122"/>
                <a:cs typeface="Arial" pitchFamily="34" charset="-120"/>
              </a:rPr>
              <a:t>!</a:t>
            </a:r>
            <a:endParaRPr lang="en-US" sz="3800" dirty="0"/>
          </a:p>
        </p:txBody>
      </p:sp>
      <p:sp>
        <p:nvSpPr>
          <p:cNvPr id="5" name="Text 2"/>
          <p:cNvSpPr/>
          <p:nvPr/>
        </p:nvSpPr>
        <p:spPr>
          <a:xfrm>
            <a:off x="658368" y="3063240"/>
            <a:ext cx="3474720" cy="566928"/>
          </a:xfrm>
          <a:prstGeom prst="rect">
            <a:avLst/>
          </a:prstGeom>
          <a:noFill/>
          <a:ln/>
        </p:spPr>
        <p:txBody>
          <a:bodyPr wrap="square" lIns="0" tIns="0" rIns="0" bIns="0" rtlCol="0" anchor="ctr"/>
          <a:lstStyle/>
          <a:p>
            <a:pPr marL="0" indent="0">
              <a:buNone/>
            </a:pPr>
            <a:endParaRPr lang="en-US" sz="2000" dirty="0"/>
          </a:p>
        </p:txBody>
      </p:sp>
      <p:sp>
        <p:nvSpPr>
          <p:cNvPr id="6" name="Text 3"/>
          <p:cNvSpPr/>
          <p:nvPr/>
        </p:nvSpPr>
        <p:spPr>
          <a:xfrm>
            <a:off x="658368" y="5047488"/>
            <a:ext cx="3383280" cy="822960"/>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Jan Špale, Ph.D.</a:t>
            </a:r>
            <a:endParaRPr lang="en-US" sz="1500" dirty="0"/>
          </a:p>
          <a:p>
            <a:pPr marL="0" indent="0">
              <a:buNone/>
            </a:pPr>
            <a:r>
              <a:rPr lang="en-US" sz="1500" dirty="0">
                <a:solidFill>
                  <a:srgbClr val="FFFFFF"/>
                </a:solidFill>
                <a:latin typeface="Arial" pitchFamily="34" charset="0"/>
                <a:ea typeface="Arial" pitchFamily="34" charset="-122"/>
                <a:cs typeface="Arial" pitchFamily="34" charset="-120"/>
              </a:rPr>
              <a:t>jan.spale@cvut.cz</a:t>
            </a:r>
            <a:endParaRPr lang="en-US" sz="1500" dirty="0"/>
          </a:p>
          <a:p>
            <a:pPr marL="0" indent="0">
              <a:buNone/>
            </a:pPr>
            <a:r>
              <a:rPr lang="en-US" sz="1500" dirty="0">
                <a:solidFill>
                  <a:srgbClr val="FFFFFF"/>
                </a:solidFill>
                <a:latin typeface="Arial" pitchFamily="34" charset="0"/>
                <a:ea typeface="Arial" pitchFamily="34" charset="-122"/>
                <a:cs typeface="Arial" pitchFamily="34" charset="-120"/>
              </a:rPr>
              <a:t>www.uceeb.cz</a:t>
            </a:r>
            <a:endParaRPr lang="en-US" sz="1500" dirty="0"/>
          </a:p>
        </p:txBody>
      </p:sp>
      <p:pic>
        <p:nvPicPr>
          <p:cNvPr id="7" name="Image 1" descr="/mnt/data/work_slides/template_unzip/ppt/media/image2.jpg"/>
          <p:cNvPicPr>
            <a:picLocks noChangeAspect="1"/>
          </p:cNvPicPr>
          <p:nvPr/>
        </p:nvPicPr>
        <p:blipFill>
          <a:blip r:embed="rId4"/>
          <a:srcRect l="8858" r="8858"/>
          <a:stretch/>
        </p:blipFill>
        <p:spPr>
          <a:xfrm>
            <a:off x="4663440" y="0"/>
            <a:ext cx="7525512" cy="6858000"/>
          </a:xfrm>
          <a:prstGeom prst="rect">
            <a:avLst/>
          </a:prstGeom>
        </p:spPr>
      </p:pic>
      <p:sp>
        <p:nvSpPr>
          <p:cNvPr id="8" name="Shape 4"/>
          <p:cNvSpPr/>
          <p:nvPr/>
        </p:nvSpPr>
        <p:spPr>
          <a:xfrm>
            <a:off x="4663440" y="0"/>
            <a:ext cx="7525512" cy="6858000"/>
          </a:xfrm>
          <a:prstGeom prst="rect">
            <a:avLst/>
          </a:prstGeom>
          <a:solidFill>
            <a:srgbClr val="0065BD">
              <a:alpha val="27000"/>
            </a:srgbClr>
          </a:solidFill>
          <a:ln w="12700">
            <a:solidFill>
              <a:srgbClr val="0065BD">
                <a:alpha val="0"/>
              </a:srgbClr>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591</TotalTime>
  <Words>12895</Words>
  <Application>Microsoft Office PowerPoint</Application>
  <PresentationFormat>Widescreen</PresentationFormat>
  <Paragraphs>806</Paragraphs>
  <Slides>57</Slides>
  <Notes>54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Aptos</vt:lpstr>
      <vt:lpstr>Arial</vt:lpstr>
      <vt:lpstr>Arial Black</vt:lpstr>
      <vt:lpstr>Calibri</vt:lpstr>
      <vt:lpstr>Cambria Math</vt:lpstr>
      <vt:lpstr>Courier New</vt:lpstr>
      <vt:lpstr>Tahoma</vt:lpstr>
      <vt:lpstr>Technika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Impulse or reaction?</vt:lpstr>
      <vt:lpstr>Why a simple axial impulse turbine for small scale? Impulse versus Reaction Stage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One way to reduce Design uncertainty: High fidelity CFD Numerical simulation</vt:lpstr>
      <vt:lpstr>High fidelity CFD Numerical simulation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Czech Technical University in Prague — UCEEB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Real-fluid meanline design of a supersonic axial ORC turbine stage</dc:title>
  <dc:subject>KCORC Summer School 2026 — Supersonic ORC turbine design tutorial</dc:subject>
  <dc:creator>Jan Špale, CTU in Prague / UCEEB</dc:creator>
  <cp:lastModifiedBy>Spale, Jan</cp:lastModifiedBy>
  <cp:revision>9</cp:revision>
  <dcterms:created xsi:type="dcterms:W3CDTF">2026-08-20T12:06:32Z</dcterms:created>
  <dcterms:modified xsi:type="dcterms:W3CDTF">2026-09-07T12:03:55Z</dcterms:modified>
</cp:coreProperties>
</file>